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1" r:id="rId10"/>
    <p:sldId id="272" r:id="rId11"/>
    <p:sldId id="273" r:id="rId12"/>
    <p:sldId id="274" r:id="rId13"/>
    <p:sldId id="264" r:id="rId14"/>
    <p:sldId id="265" r:id="rId15"/>
    <p:sldId id="266" r:id="rId16"/>
    <p:sldId id="267" r:id="rId17"/>
    <p:sldId id="268" r:id="rId18"/>
    <p:sldId id="276" r:id="rId19"/>
    <p:sldId id="277" r:id="rId20"/>
    <p:sldId id="269" r:id="rId21"/>
    <p:sldId id="275" r:id="rId22"/>
    <p:sldId id="270" r:id="rId23"/>
  </p:sldIdLst>
  <p:sldSz cx="12192000" cy="6858000"/>
  <p:notesSz cx="6858000" cy="9144000"/>
  <p:custDataLst>
    <p:tags r:id="rId2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416" userDrawn="1">
          <p15:clr>
            <a:srgbClr val="A4A3A4"/>
          </p15:clr>
        </p15:guide>
        <p15:guide id="2" pos="7256" userDrawn="1">
          <p15:clr>
            <a:srgbClr val="A4A3A4"/>
          </p15:clr>
        </p15:guide>
        <p15:guide id="3" orient="horz" pos="648" userDrawn="1">
          <p15:clr>
            <a:srgbClr val="A4A3A4"/>
          </p15:clr>
        </p15:guide>
        <p15:guide id="4" orient="horz" pos="712" userDrawn="1">
          <p15:clr>
            <a:srgbClr val="A4A3A4"/>
          </p15:clr>
        </p15:guide>
        <p15:guide id="5" orient="horz" pos="3928" userDrawn="1">
          <p15:clr>
            <a:srgbClr val="A4A3A4"/>
          </p15:clr>
        </p15:guide>
        <p15:guide id="6" orient="horz" pos="386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86451" autoAdjust="0"/>
  </p:normalViewPr>
  <p:slideViewPr>
    <p:cSldViewPr snapToGrid="0" showGuides="1">
      <p:cViewPr varScale="1">
        <p:scale>
          <a:sx n="106" d="100"/>
          <a:sy n="106" d="100"/>
        </p:scale>
        <p:origin x="534" y="108"/>
      </p:cViewPr>
      <p:guideLst>
        <p:guide pos="416"/>
        <p:guide pos="7256"/>
        <p:guide orient="horz" pos="648"/>
        <p:guide orient="horz" pos="712"/>
        <p:guide orient="horz" pos="3928"/>
        <p:guide orient="horz" pos="386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27017F-57D7-45FD-AC98-A9E286E76F59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5451A3-24B9-4C68-833E-A4DD57D31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6928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 descr="3b8cfe8d-a104-44ed-99ce-b1da60c2879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itle 1" descr="91cead9a-f909-40d0-bb33-e93371e3ac1f"/>
          <p:cNvSpPr>
            <a:spLocks noGrp="1"/>
          </p:cNvSpPr>
          <p:nvPr>
            <p:ph type="ctrTitle" hasCustomPrompt="1"/>
          </p:nvPr>
        </p:nvSpPr>
        <p:spPr>
          <a:xfrm>
            <a:off x="1473199" y="1596571"/>
            <a:ext cx="6814457" cy="2430205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 altLang="zh-CN"/>
              <a:t>Click to add title</a:t>
            </a:r>
            <a:endParaRPr lang="en-US"/>
          </a:p>
        </p:txBody>
      </p:sp>
      <p:sp>
        <p:nvSpPr>
          <p:cNvPr id="3" name="Subtitle 2" descr="d16e86d7-d99b-4ab2-8e35-0f9bca5444ec"/>
          <p:cNvSpPr>
            <a:spLocks noGrp="1"/>
          </p:cNvSpPr>
          <p:nvPr>
            <p:ph type="subTitle" idx="1" hasCustomPrompt="1"/>
          </p:nvPr>
        </p:nvSpPr>
        <p:spPr>
          <a:xfrm>
            <a:off x="1473200" y="4297871"/>
            <a:ext cx="4695371" cy="508703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add subtitle</a:t>
            </a:r>
            <a:endParaRPr lang="en-US"/>
          </a:p>
        </p:txBody>
      </p:sp>
      <p:sp>
        <p:nvSpPr>
          <p:cNvPr id="6" name="Text Placeholder 4294967294" descr="cd6c3dc5-91e3-4abc-8dcd-a9aac5e2ab74"/>
          <p:cNvSpPr>
            <a:spLocks noGrp="1"/>
          </p:cNvSpPr>
          <p:nvPr>
            <p:ph type="body" sz="quarter" idx="13" hasCustomPrompt="1"/>
          </p:nvPr>
        </p:nvSpPr>
        <p:spPr>
          <a:xfrm>
            <a:off x="7001013" y="5586374"/>
            <a:ext cx="4517887" cy="274320"/>
          </a:xfrm>
        </p:spPr>
        <p:txBody>
          <a:bodyPr anchor="ctr">
            <a:normAutofit/>
          </a:bodyPr>
          <a:lstStyle>
            <a:lvl1pPr marL="0" indent="0" algn="r">
              <a:lnSpc>
                <a:spcPct val="100000"/>
              </a:lnSpc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/>
              <a:t>Presenter name</a:t>
            </a:r>
            <a:endParaRPr lang="en-US"/>
          </a:p>
        </p:txBody>
      </p:sp>
      <p:sp>
        <p:nvSpPr>
          <p:cNvPr id="5" name="Text Placeholder 4" descr="54d99e77-87cb-44b7-9e81-3e7d60f462bc"/>
          <p:cNvSpPr>
            <a:spLocks noGrp="1"/>
          </p:cNvSpPr>
          <p:nvPr>
            <p:ph type="body" sz="quarter" idx="14" hasCustomPrompt="1"/>
          </p:nvPr>
        </p:nvSpPr>
        <p:spPr>
          <a:xfrm>
            <a:off x="7001011" y="5859780"/>
            <a:ext cx="4517887" cy="274320"/>
          </a:xfrm>
        </p:spPr>
        <p:txBody>
          <a:bodyPr anchor="ctr">
            <a:normAutofit/>
          </a:bodyPr>
          <a:lstStyle>
            <a:lvl1pPr marL="0" indent="0" algn="r">
              <a:lnSpc>
                <a:spcPct val="100000"/>
              </a:lnSpc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</p:spTree>
  </p:cSld>
  <p:clrMapOvr>
    <a:masterClrMapping/>
  </p:clrMapOvr>
  <p:transition/>
  <p:hf sldNum="0" hd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e0b62735-d2b1-4751-82f3-49cfddf99bbc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altLang="zh-CN"/>
              <a:t>Click to add title</a:t>
            </a:r>
            <a:endParaRPr lang="en-US"/>
          </a:p>
        </p:txBody>
      </p:sp>
      <p:sp>
        <p:nvSpPr>
          <p:cNvPr id="3" name="Content Placeholder 2" descr="543d4b68-dacc-4138-a687-b41cffdbe12a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en-US" altLang="zh-CN"/>
              <a:t>Click to add text</a:t>
            </a:r>
            <a:endParaRPr lang="en-US"/>
          </a:p>
        </p:txBody>
      </p:sp>
      <p:sp>
        <p:nvSpPr>
          <p:cNvPr id="4" name="Date Placeholder 3" descr="e922a260-35ac-4fcd-bc4d-d32dbc0676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25592-9C3F-48AB-9A3F-F2A64B129A6F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 descr="3a553391-b8d8-4f2c-acbe-d2643d9a945e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descr="b870a484-175a-446c-b77e-85a108c4339e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hf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ded2cb82-3b41-405a-81ce-b93beb676636"/>
          <p:cNvSpPr>
            <a:spLocks noGrp="1"/>
          </p:cNvSpPr>
          <p:nvPr>
            <p:ph type="title" hasCustomPrompt="1"/>
          </p:nvPr>
        </p:nvSpPr>
        <p:spPr>
          <a:xfrm>
            <a:off x="660400" y="1500187"/>
            <a:ext cx="2836562" cy="915667"/>
          </a:xfrm>
        </p:spPr>
        <p:txBody>
          <a:bodyPr anchor="t">
            <a:normAutofit/>
          </a:bodyPr>
          <a:lstStyle>
            <a:lvl1pPr algn="r">
              <a:defRPr sz="2400"/>
            </a:lvl1pPr>
          </a:lstStyle>
          <a:p>
            <a:r>
              <a:rPr lang="en-US"/>
              <a:t>Agenda</a:t>
            </a:r>
          </a:p>
        </p:txBody>
      </p:sp>
      <p:sp>
        <p:nvSpPr>
          <p:cNvPr id="3" name="Content Placeholder 2" descr="116e2284-c88b-4ce4-b7c2-9ca6a3ff5388"/>
          <p:cNvSpPr>
            <a:spLocks noGrp="1"/>
          </p:cNvSpPr>
          <p:nvPr>
            <p:ph sz="quarter" idx="1" hasCustomPrompt="1"/>
          </p:nvPr>
        </p:nvSpPr>
        <p:spPr>
          <a:xfrm>
            <a:off x="3745078" y="1500188"/>
            <a:ext cx="7773821" cy="4633912"/>
          </a:xfrm>
        </p:spPr>
        <p:txBody>
          <a:bodyPr/>
          <a:lstStyle>
            <a:lvl1pPr marL="342900" indent="-342900">
              <a:lnSpc>
                <a:spcPct val="100000"/>
              </a:lnSpc>
              <a:buFont typeface="+mj-lt"/>
              <a:buAutoNum type="arabicPeriod"/>
              <a:defRPr/>
            </a:lvl1pPr>
            <a:lvl2pPr marL="800100" indent="-342900">
              <a:lnSpc>
                <a:spcPct val="100000"/>
              </a:lnSpc>
              <a:buFont typeface="+mj-ea"/>
              <a:buAutoNum type="circleNumDbPlain"/>
              <a:defRPr/>
            </a:lvl2pPr>
            <a:lvl3pPr marL="1257300" indent="-342900">
              <a:lnSpc>
                <a:spcPct val="100000"/>
              </a:lnSpc>
              <a:buFont typeface="+mj-lt"/>
              <a:buAutoNum type="alphaLcParenR"/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altLang="zh-CN"/>
              <a:t>Click to add text</a:t>
            </a:r>
            <a:endParaRPr lang="en-US"/>
          </a:p>
        </p:txBody>
      </p:sp>
      <p:sp>
        <p:nvSpPr>
          <p:cNvPr id="5" name="Date Placeholder 4" descr="b146834a-5eb1-415b-926b-2d35750e0b2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25592-9C3F-48AB-9A3F-F2A64B129A6F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6" name="Footer Placeholder 5" descr="16762018-7441-4791-98ad-bc4e7b73042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descr="f9a34f88-0559-403c-8f81-0e7db8f0b9cd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 descr="e4231c88-6c90-4385-b2c3-d21448635680"/>
          <p:cNvCxnSpPr/>
          <p:nvPr/>
        </p:nvCxnSpPr>
        <p:spPr>
          <a:xfrm flipH="1">
            <a:off x="3621019" y="1500188"/>
            <a:ext cx="0" cy="4633913"/>
          </a:xfrm>
          <a:prstGeom prst="line">
            <a:avLst/>
          </a:prstGeom>
          <a:solidFill>
            <a:srgbClr val="FFCC00"/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9" name="Freeform: Shape 8" descr="d1ea390e-8b6c-4655-bee9-6ffc93ec11ae"/>
          <p:cNvSpPr>
            <a:spLocks noChangeAspect="1"/>
          </p:cNvSpPr>
          <p:nvPr/>
        </p:nvSpPr>
        <p:spPr bwMode="auto">
          <a:xfrm>
            <a:off x="2626456" y="5219207"/>
            <a:ext cx="870506" cy="915667"/>
          </a:xfrm>
          <a:custGeom>
            <a:avLst/>
            <a:gdLst>
              <a:gd name="T0" fmla="*/ 3353 w 5127"/>
              <a:gd name="T1" fmla="*/ 1728 h 5401"/>
              <a:gd name="T2" fmla="*/ 2183 w 5127"/>
              <a:gd name="T3" fmla="*/ 1608 h 5401"/>
              <a:gd name="T4" fmla="*/ 3353 w 5127"/>
              <a:gd name="T5" fmla="*/ 1488 h 5401"/>
              <a:gd name="T6" fmla="*/ 3103 w 5127"/>
              <a:gd name="T7" fmla="*/ 2231 h 5401"/>
              <a:gd name="T8" fmla="*/ 3103 w 5127"/>
              <a:gd name="T9" fmla="*/ 1991 h 5401"/>
              <a:gd name="T10" fmla="*/ 2432 w 5127"/>
              <a:gd name="T11" fmla="*/ 2111 h 5401"/>
              <a:gd name="T12" fmla="*/ 3103 w 5127"/>
              <a:gd name="T13" fmla="*/ 2231 h 5401"/>
              <a:gd name="T14" fmla="*/ 3353 w 5127"/>
              <a:gd name="T15" fmla="*/ 2648 h 5401"/>
              <a:gd name="T16" fmla="*/ 2183 w 5127"/>
              <a:gd name="T17" fmla="*/ 2768 h 5401"/>
              <a:gd name="T18" fmla="*/ 3353 w 5127"/>
              <a:gd name="T19" fmla="*/ 2888 h 5401"/>
              <a:gd name="T20" fmla="*/ 2552 w 5127"/>
              <a:gd name="T21" fmla="*/ 3151 h 5401"/>
              <a:gd name="T22" fmla="*/ 2552 w 5127"/>
              <a:gd name="T23" fmla="*/ 3391 h 5401"/>
              <a:gd name="T24" fmla="*/ 3223 w 5127"/>
              <a:gd name="T25" fmla="*/ 3271 h 5401"/>
              <a:gd name="T26" fmla="*/ 2552 w 5127"/>
              <a:gd name="T27" fmla="*/ 3151 h 5401"/>
              <a:gd name="T28" fmla="*/ 4448 w 5127"/>
              <a:gd name="T29" fmla="*/ 1442 h 5401"/>
              <a:gd name="T30" fmla="*/ 4688 w 5127"/>
              <a:gd name="T31" fmla="*/ 1442 h 5401"/>
              <a:gd name="T32" fmla="*/ 3988 w 5127"/>
              <a:gd name="T33" fmla="*/ 0 h 5401"/>
              <a:gd name="T34" fmla="*/ 0 w 5127"/>
              <a:gd name="T35" fmla="*/ 604 h 5401"/>
              <a:gd name="T36" fmla="*/ 120 w 5127"/>
              <a:gd name="T37" fmla="*/ 1792 h 5401"/>
              <a:gd name="T38" fmla="*/ 686 w 5127"/>
              <a:gd name="T39" fmla="*/ 1672 h 5401"/>
              <a:gd name="T40" fmla="*/ 240 w 5127"/>
              <a:gd name="T41" fmla="*/ 1552 h 5401"/>
              <a:gd name="T42" fmla="*/ 604 w 5127"/>
              <a:gd name="T43" fmla="*/ 240 h 5401"/>
              <a:gd name="T44" fmla="*/ 968 w 5127"/>
              <a:gd name="T45" fmla="*/ 4179 h 5401"/>
              <a:gd name="T46" fmla="*/ 3904 w 5127"/>
              <a:gd name="T47" fmla="*/ 4879 h 5401"/>
              <a:gd name="T48" fmla="*/ 3904 w 5127"/>
              <a:gd name="T49" fmla="*/ 4639 h 5401"/>
              <a:gd name="T50" fmla="*/ 1208 w 5127"/>
              <a:gd name="T51" fmla="*/ 4179 h 5401"/>
              <a:gd name="T52" fmla="*/ 1086 w 5127"/>
              <a:gd name="T53" fmla="*/ 240 h 5401"/>
              <a:gd name="T54" fmla="*/ 4448 w 5127"/>
              <a:gd name="T55" fmla="*/ 700 h 5401"/>
              <a:gd name="T56" fmla="*/ 4568 w 5127"/>
              <a:gd name="T57" fmla="*/ 2000 h 5401"/>
              <a:gd name="T58" fmla="*/ 4568 w 5127"/>
              <a:gd name="T59" fmla="*/ 2240 h 5401"/>
              <a:gd name="T60" fmla="*/ 4887 w 5127"/>
              <a:gd name="T61" fmla="*/ 2340 h 5401"/>
              <a:gd name="T62" fmla="*/ 5007 w 5127"/>
              <a:gd name="T63" fmla="*/ 3838 h 5401"/>
              <a:gd name="T64" fmla="*/ 5127 w 5127"/>
              <a:gd name="T65" fmla="*/ 2340 h 5401"/>
              <a:gd name="T66" fmla="*/ 4568 w 5127"/>
              <a:gd name="T67" fmla="*/ 5139 h 5401"/>
              <a:gd name="T68" fmla="*/ 4448 w 5127"/>
              <a:gd name="T69" fmla="*/ 5281 h 5401"/>
              <a:gd name="T70" fmla="*/ 4688 w 5127"/>
              <a:gd name="T71" fmla="*/ 5281 h 5401"/>
              <a:gd name="T72" fmla="*/ 4568 w 5127"/>
              <a:gd name="T73" fmla="*/ 5139 h 5401"/>
              <a:gd name="T74" fmla="*/ 4448 w 5127"/>
              <a:gd name="T75" fmla="*/ 2559 h 5401"/>
              <a:gd name="T76" fmla="*/ 4568 w 5127"/>
              <a:gd name="T77" fmla="*/ 4974 h 5401"/>
              <a:gd name="T78" fmla="*/ 4688 w 5127"/>
              <a:gd name="T79" fmla="*/ 2559 h 54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5127" h="5401">
                <a:moveTo>
                  <a:pt x="3473" y="1608"/>
                </a:moveTo>
                <a:cubicBezTo>
                  <a:pt x="3473" y="1674"/>
                  <a:pt x="3419" y="1728"/>
                  <a:pt x="3353" y="1728"/>
                </a:cubicBezTo>
                <a:lnTo>
                  <a:pt x="2303" y="1728"/>
                </a:lnTo>
                <a:cubicBezTo>
                  <a:pt x="2236" y="1728"/>
                  <a:pt x="2183" y="1674"/>
                  <a:pt x="2183" y="1608"/>
                </a:cubicBezTo>
                <a:cubicBezTo>
                  <a:pt x="2183" y="1542"/>
                  <a:pt x="2236" y="1488"/>
                  <a:pt x="2303" y="1488"/>
                </a:cubicBezTo>
                <a:lnTo>
                  <a:pt x="3353" y="1488"/>
                </a:lnTo>
                <a:cubicBezTo>
                  <a:pt x="3419" y="1488"/>
                  <a:pt x="3473" y="1542"/>
                  <a:pt x="3473" y="1608"/>
                </a:cubicBezTo>
                <a:close/>
                <a:moveTo>
                  <a:pt x="3103" y="2231"/>
                </a:moveTo>
                <a:cubicBezTo>
                  <a:pt x="3170" y="2231"/>
                  <a:pt x="3223" y="2178"/>
                  <a:pt x="3223" y="2111"/>
                </a:cubicBezTo>
                <a:cubicBezTo>
                  <a:pt x="3223" y="2045"/>
                  <a:pt x="3170" y="1991"/>
                  <a:pt x="3103" y="1991"/>
                </a:cubicBezTo>
                <a:lnTo>
                  <a:pt x="2552" y="1991"/>
                </a:lnTo>
                <a:cubicBezTo>
                  <a:pt x="2486" y="1991"/>
                  <a:pt x="2432" y="2045"/>
                  <a:pt x="2432" y="2111"/>
                </a:cubicBezTo>
                <a:cubicBezTo>
                  <a:pt x="2432" y="2178"/>
                  <a:pt x="2486" y="2231"/>
                  <a:pt x="2552" y="2231"/>
                </a:cubicBezTo>
                <a:lnTo>
                  <a:pt x="3103" y="2231"/>
                </a:lnTo>
                <a:close/>
                <a:moveTo>
                  <a:pt x="3473" y="2768"/>
                </a:moveTo>
                <a:cubicBezTo>
                  <a:pt x="3473" y="2701"/>
                  <a:pt x="3419" y="2648"/>
                  <a:pt x="3353" y="2648"/>
                </a:cubicBezTo>
                <a:lnTo>
                  <a:pt x="2303" y="2648"/>
                </a:lnTo>
                <a:cubicBezTo>
                  <a:pt x="2236" y="2648"/>
                  <a:pt x="2183" y="2701"/>
                  <a:pt x="2183" y="2768"/>
                </a:cubicBezTo>
                <a:cubicBezTo>
                  <a:pt x="2183" y="2834"/>
                  <a:pt x="2236" y="2888"/>
                  <a:pt x="2303" y="2888"/>
                </a:cubicBezTo>
                <a:lnTo>
                  <a:pt x="3353" y="2888"/>
                </a:lnTo>
                <a:cubicBezTo>
                  <a:pt x="3419" y="2888"/>
                  <a:pt x="3473" y="2834"/>
                  <a:pt x="3473" y="2768"/>
                </a:cubicBezTo>
                <a:close/>
                <a:moveTo>
                  <a:pt x="2552" y="3151"/>
                </a:moveTo>
                <a:cubicBezTo>
                  <a:pt x="2486" y="3151"/>
                  <a:pt x="2432" y="3205"/>
                  <a:pt x="2432" y="3271"/>
                </a:cubicBezTo>
                <a:cubicBezTo>
                  <a:pt x="2432" y="3338"/>
                  <a:pt x="2486" y="3391"/>
                  <a:pt x="2552" y="3391"/>
                </a:cubicBezTo>
                <a:lnTo>
                  <a:pt x="3103" y="3391"/>
                </a:lnTo>
                <a:cubicBezTo>
                  <a:pt x="3170" y="3391"/>
                  <a:pt x="3223" y="3338"/>
                  <a:pt x="3223" y="3271"/>
                </a:cubicBezTo>
                <a:cubicBezTo>
                  <a:pt x="3223" y="3205"/>
                  <a:pt x="3170" y="3151"/>
                  <a:pt x="3103" y="3151"/>
                </a:cubicBezTo>
                <a:lnTo>
                  <a:pt x="2552" y="3151"/>
                </a:lnTo>
                <a:close/>
                <a:moveTo>
                  <a:pt x="4448" y="700"/>
                </a:moveTo>
                <a:lnTo>
                  <a:pt x="4448" y="1442"/>
                </a:lnTo>
                <a:cubicBezTo>
                  <a:pt x="4448" y="1509"/>
                  <a:pt x="4501" y="1562"/>
                  <a:pt x="4568" y="1562"/>
                </a:cubicBezTo>
                <a:cubicBezTo>
                  <a:pt x="4634" y="1562"/>
                  <a:pt x="4688" y="1509"/>
                  <a:pt x="4688" y="1442"/>
                </a:cubicBezTo>
                <a:lnTo>
                  <a:pt x="4688" y="700"/>
                </a:lnTo>
                <a:cubicBezTo>
                  <a:pt x="4688" y="314"/>
                  <a:pt x="4374" y="0"/>
                  <a:pt x="3988" y="0"/>
                </a:cubicBezTo>
                <a:lnTo>
                  <a:pt x="604" y="0"/>
                </a:lnTo>
                <a:cubicBezTo>
                  <a:pt x="271" y="0"/>
                  <a:pt x="0" y="271"/>
                  <a:pt x="0" y="604"/>
                </a:cubicBezTo>
                <a:lnTo>
                  <a:pt x="0" y="1672"/>
                </a:lnTo>
                <a:cubicBezTo>
                  <a:pt x="0" y="1738"/>
                  <a:pt x="53" y="1792"/>
                  <a:pt x="120" y="1792"/>
                </a:cubicBezTo>
                <a:lnTo>
                  <a:pt x="566" y="1792"/>
                </a:lnTo>
                <a:cubicBezTo>
                  <a:pt x="632" y="1792"/>
                  <a:pt x="686" y="1738"/>
                  <a:pt x="686" y="1672"/>
                </a:cubicBezTo>
                <a:cubicBezTo>
                  <a:pt x="686" y="1606"/>
                  <a:pt x="632" y="1552"/>
                  <a:pt x="566" y="1552"/>
                </a:cubicBezTo>
                <a:lnTo>
                  <a:pt x="240" y="1552"/>
                </a:lnTo>
                <a:lnTo>
                  <a:pt x="240" y="604"/>
                </a:lnTo>
                <a:cubicBezTo>
                  <a:pt x="240" y="403"/>
                  <a:pt x="403" y="240"/>
                  <a:pt x="604" y="240"/>
                </a:cubicBezTo>
                <a:cubicBezTo>
                  <a:pt x="805" y="240"/>
                  <a:pt x="968" y="403"/>
                  <a:pt x="968" y="604"/>
                </a:cubicBezTo>
                <a:lnTo>
                  <a:pt x="968" y="4179"/>
                </a:lnTo>
                <a:cubicBezTo>
                  <a:pt x="968" y="4565"/>
                  <a:pt x="1282" y="4879"/>
                  <a:pt x="1668" y="4879"/>
                </a:cubicBezTo>
                <a:lnTo>
                  <a:pt x="3904" y="4879"/>
                </a:lnTo>
                <a:cubicBezTo>
                  <a:pt x="3970" y="4879"/>
                  <a:pt x="4024" y="4825"/>
                  <a:pt x="4024" y="4759"/>
                </a:cubicBezTo>
                <a:cubicBezTo>
                  <a:pt x="4024" y="4693"/>
                  <a:pt x="3970" y="4639"/>
                  <a:pt x="3904" y="4639"/>
                </a:cubicBezTo>
                <a:lnTo>
                  <a:pt x="1668" y="4639"/>
                </a:lnTo>
                <a:cubicBezTo>
                  <a:pt x="1415" y="4639"/>
                  <a:pt x="1208" y="4433"/>
                  <a:pt x="1208" y="4179"/>
                </a:cubicBezTo>
                <a:lnTo>
                  <a:pt x="1208" y="604"/>
                </a:lnTo>
                <a:cubicBezTo>
                  <a:pt x="1208" y="468"/>
                  <a:pt x="1163" y="341"/>
                  <a:pt x="1086" y="240"/>
                </a:cubicBezTo>
                <a:lnTo>
                  <a:pt x="3988" y="240"/>
                </a:lnTo>
                <a:cubicBezTo>
                  <a:pt x="4241" y="240"/>
                  <a:pt x="4448" y="446"/>
                  <a:pt x="4448" y="700"/>
                </a:cubicBezTo>
                <a:close/>
                <a:moveTo>
                  <a:pt x="4787" y="2000"/>
                </a:moveTo>
                <a:lnTo>
                  <a:pt x="4568" y="2000"/>
                </a:lnTo>
                <a:cubicBezTo>
                  <a:pt x="4501" y="2000"/>
                  <a:pt x="4448" y="2054"/>
                  <a:pt x="4448" y="2120"/>
                </a:cubicBezTo>
                <a:cubicBezTo>
                  <a:pt x="4448" y="2187"/>
                  <a:pt x="4501" y="2240"/>
                  <a:pt x="4568" y="2240"/>
                </a:cubicBezTo>
                <a:lnTo>
                  <a:pt x="4787" y="2240"/>
                </a:lnTo>
                <a:cubicBezTo>
                  <a:pt x="4842" y="2240"/>
                  <a:pt x="4887" y="2285"/>
                  <a:pt x="4887" y="2340"/>
                </a:cubicBezTo>
                <a:lnTo>
                  <a:pt x="4887" y="3718"/>
                </a:lnTo>
                <a:cubicBezTo>
                  <a:pt x="4887" y="3785"/>
                  <a:pt x="4941" y="3838"/>
                  <a:pt x="5007" y="3838"/>
                </a:cubicBezTo>
                <a:cubicBezTo>
                  <a:pt x="5073" y="3838"/>
                  <a:pt x="5127" y="3785"/>
                  <a:pt x="5127" y="3718"/>
                </a:cubicBezTo>
                <a:lnTo>
                  <a:pt x="5127" y="2340"/>
                </a:lnTo>
                <a:cubicBezTo>
                  <a:pt x="5127" y="2153"/>
                  <a:pt x="4975" y="2000"/>
                  <a:pt x="4787" y="2000"/>
                </a:cubicBezTo>
                <a:close/>
                <a:moveTo>
                  <a:pt x="4568" y="5139"/>
                </a:moveTo>
                <a:cubicBezTo>
                  <a:pt x="4501" y="5139"/>
                  <a:pt x="4448" y="5193"/>
                  <a:pt x="4448" y="5259"/>
                </a:cubicBezTo>
                <a:lnTo>
                  <a:pt x="4448" y="5281"/>
                </a:lnTo>
                <a:cubicBezTo>
                  <a:pt x="4448" y="5347"/>
                  <a:pt x="4501" y="5401"/>
                  <a:pt x="4568" y="5401"/>
                </a:cubicBezTo>
                <a:cubicBezTo>
                  <a:pt x="4634" y="5401"/>
                  <a:pt x="4688" y="5347"/>
                  <a:pt x="4688" y="5281"/>
                </a:cubicBezTo>
                <a:lnTo>
                  <a:pt x="4688" y="5259"/>
                </a:lnTo>
                <a:cubicBezTo>
                  <a:pt x="4688" y="5193"/>
                  <a:pt x="4634" y="5139"/>
                  <a:pt x="4568" y="5139"/>
                </a:cubicBezTo>
                <a:close/>
                <a:moveTo>
                  <a:pt x="4568" y="2439"/>
                </a:moveTo>
                <a:cubicBezTo>
                  <a:pt x="4501" y="2439"/>
                  <a:pt x="4448" y="2492"/>
                  <a:pt x="4448" y="2559"/>
                </a:cubicBezTo>
                <a:lnTo>
                  <a:pt x="4448" y="4854"/>
                </a:lnTo>
                <a:cubicBezTo>
                  <a:pt x="4448" y="4920"/>
                  <a:pt x="4501" y="4974"/>
                  <a:pt x="4568" y="4974"/>
                </a:cubicBezTo>
                <a:cubicBezTo>
                  <a:pt x="4634" y="4974"/>
                  <a:pt x="4688" y="4920"/>
                  <a:pt x="4688" y="4854"/>
                </a:cubicBezTo>
                <a:lnTo>
                  <a:pt x="4688" y="2559"/>
                </a:lnTo>
                <a:cubicBezTo>
                  <a:pt x="4688" y="2492"/>
                  <a:pt x="4634" y="2439"/>
                  <a:pt x="4568" y="2439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 descr="ab2beb29-9989-405d-90f4-f5e8dcd34e9b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itle 1" descr="e40a5df3-c735-4758-8d35-86acaacf8aad"/>
          <p:cNvSpPr>
            <a:spLocks noGrp="1"/>
          </p:cNvSpPr>
          <p:nvPr>
            <p:ph type="title" hasCustomPrompt="1"/>
          </p:nvPr>
        </p:nvSpPr>
        <p:spPr>
          <a:xfrm>
            <a:off x="1858736" y="2441601"/>
            <a:ext cx="5435600" cy="987399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 altLang="zh-CN"/>
              <a:t>Click to add title</a:t>
            </a:r>
            <a:endParaRPr lang="en-US"/>
          </a:p>
        </p:txBody>
      </p:sp>
      <p:sp>
        <p:nvSpPr>
          <p:cNvPr id="3" name="Text Placeholder 2" descr="37ea3959-aa9f-48f9-bb52-b95bf0bf3f55"/>
          <p:cNvSpPr>
            <a:spLocks noGrp="1"/>
          </p:cNvSpPr>
          <p:nvPr>
            <p:ph type="body" idx="1" hasCustomPrompt="1"/>
          </p:nvPr>
        </p:nvSpPr>
        <p:spPr>
          <a:xfrm>
            <a:off x="1865086" y="3429000"/>
            <a:ext cx="5435600" cy="2705100"/>
          </a:xfr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add text</a:t>
            </a:r>
            <a:endParaRPr lang="zh-CN" altLang="en-US"/>
          </a:p>
        </p:txBody>
      </p:sp>
      <p:sp>
        <p:nvSpPr>
          <p:cNvPr id="4" name="Date Placeholder 3" descr="bb9d05c0-2774-4a73-b3bb-7620802c0db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25592-9C3F-48AB-9A3F-F2A64B129A6F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 descr="e94a8c29-4489-4dae-8f32-89543618f0d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descr="f605fd5c-7273-41f9-9de0-40cf3f5f42ef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hf hd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0726fe45-b043-4457-813b-c150326fe0f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altLang="zh-CN"/>
              <a:t>Click to add title</a:t>
            </a:r>
            <a:endParaRPr lang="en-US"/>
          </a:p>
        </p:txBody>
      </p:sp>
      <p:sp>
        <p:nvSpPr>
          <p:cNvPr id="3" name="Date Placeholder 2" descr="d262982b-6e0a-4502-acc2-cbe6e228a2d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25592-9C3F-48AB-9A3F-F2A64B129A6F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4" name="Footer Placeholder 3" descr="a345cebb-f4b4-4ed7-9543-3a546bc4aaf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 descr="6587e74e-ed12-4fef-8ee2-8f34c55efff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 descr="5078abdb-0c7c-4360-90e7-baea0185d2a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25592-9C3F-48AB-9A3F-F2A64B129A6F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3" name="Footer Placeholder 2" descr="596f4f96-8846-4cb2-8cae-d6821d2a660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 descr="e37f863f-3e79-4c3f-a809-6a3c2dda59f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losing" preserve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 descr="e2cc8291-6df4-40e0-8f53-60aa952af70c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itle 1" descr="2001ca12-6230-4144-ab49-18148861d1a1"/>
          <p:cNvSpPr>
            <a:spLocks noGrp="1"/>
          </p:cNvSpPr>
          <p:nvPr>
            <p:ph type="title" hasCustomPrompt="1"/>
          </p:nvPr>
        </p:nvSpPr>
        <p:spPr>
          <a:xfrm>
            <a:off x="1052285" y="2141532"/>
            <a:ext cx="6711244" cy="2689548"/>
          </a:xfrm>
        </p:spPr>
        <p:txBody>
          <a:bodyPr anchor="ctr">
            <a:normAutofit/>
          </a:bodyPr>
          <a:lstStyle>
            <a:lvl1pPr>
              <a:defRPr sz="6000"/>
            </a:lvl1pPr>
          </a:lstStyle>
          <a:p>
            <a:r>
              <a:rPr lang="en-US" altLang="zh-CN"/>
              <a:t>Click to add title</a:t>
            </a:r>
            <a:endParaRPr lang="en-US"/>
          </a:p>
        </p:txBody>
      </p:sp>
      <p:sp>
        <p:nvSpPr>
          <p:cNvPr id="4" name="Text Placeholder 3" descr="e25045c9-15ef-4e2c-b193-acf878d89108"/>
          <p:cNvSpPr>
            <a:spLocks noGrp="1"/>
          </p:cNvSpPr>
          <p:nvPr>
            <p:ph type="body" sz="quarter" idx="13" hasCustomPrompt="1"/>
          </p:nvPr>
        </p:nvSpPr>
        <p:spPr>
          <a:xfrm>
            <a:off x="7001013" y="5570220"/>
            <a:ext cx="4517887" cy="274320"/>
          </a:xfrm>
        </p:spPr>
        <p:txBody>
          <a:bodyPr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ct val="0"/>
              </a:spcBef>
              <a:buNone/>
              <a:defRPr lang="en-US"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/>
              <a:t>Presenter name</a:t>
            </a:r>
            <a:endParaRPr lang="en-US"/>
          </a:p>
        </p:txBody>
      </p:sp>
      <p:sp>
        <p:nvSpPr>
          <p:cNvPr id="5" name="Text Placeholder 4" descr="292f333a-abf1-4043-be01-496a98f579dd"/>
          <p:cNvSpPr>
            <a:spLocks noGrp="1"/>
          </p:cNvSpPr>
          <p:nvPr>
            <p:ph type="body" sz="quarter" idx="14" hasCustomPrompt="1"/>
          </p:nvPr>
        </p:nvSpPr>
        <p:spPr>
          <a:xfrm>
            <a:off x="7001013" y="5844540"/>
            <a:ext cx="4517887" cy="274320"/>
          </a:xfrm>
        </p:spPr>
        <p:txBody>
          <a:bodyPr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ct val="0"/>
              </a:spcBef>
              <a:buNone/>
              <a:defRPr lang="en-US" sz="1200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</p:spTree>
  </p:cSld>
  <p:clrMapOvr>
    <a:masterClrMapping/>
  </p:clrMapOvr>
  <p:transition/>
  <p:hf sldNum="0" hdr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/>
              <a:t>Click to add title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add text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8050" y="6409690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A25592-9C3F-48AB-9A3F-F2A64B129A6F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60399" y="6409690"/>
            <a:ext cx="375073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68168" y="6409690"/>
            <a:ext cx="3750732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6" r:id="rId3"/>
    <p:sldLayoutId id="2147483651" r:id="rId4"/>
    <p:sldLayoutId id="2147483654" r:id="rId5"/>
    <p:sldLayoutId id="2147483655" r:id="rId6"/>
    <p:sldLayoutId id="2147483657" r:id="rId7"/>
  </p:sldLayoutIdLst>
  <p:transition/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 userDrawn="1">
          <p15:clr>
            <a:srgbClr val="F26B43"/>
          </p15:clr>
        </p15:guide>
        <p15:guide id="2" pos="7256" userDrawn="1">
          <p15:clr>
            <a:srgbClr val="F26B43"/>
          </p15:clr>
        </p15:guide>
        <p15:guide id="3" orient="horz" pos="648" userDrawn="1">
          <p15:clr>
            <a:srgbClr val="F26B43"/>
          </p15:clr>
        </p15:guide>
        <p15:guide id="4" orient="horz" pos="712" userDrawn="1">
          <p15:clr>
            <a:srgbClr val="F26B43"/>
          </p15:clr>
        </p15:guide>
        <p15:guide id="5" orient="horz" pos="3928" userDrawn="1">
          <p15:clr>
            <a:srgbClr val="F26B43"/>
          </p15:clr>
        </p15:guide>
        <p15:guide id="6" orient="horz" pos="386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91cead9a-f909-40d0-bb33-e93371e3ac1f"/>
          <p:cNvSpPr>
            <a:spLocks noGrp="1"/>
          </p:cNvSpPr>
          <p:nvPr>
            <p:ph type="ctr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4800" b="1" i="0" u="none">
                <a:solidFill>
                  <a:srgbClr val="000000"/>
                </a:solidFill>
                <a:latin typeface="Arial"/>
              </a:rPr>
              <a:t>Life Quest项目展示</a:t>
            </a:r>
          </a:p>
        </p:txBody>
      </p:sp>
      <p:sp>
        <p:nvSpPr>
          <p:cNvPr id="3" name="副标题 2" descr="d16e86d7-d99b-4ab2-8e35-0f9bca5444ec"/>
          <p:cNvSpPr>
            <a:spLocks noGrp="1"/>
          </p:cNvSpPr>
          <p:nvPr>
            <p:ph type="subTitle" idx="1" hasCustomPrompt="1"/>
          </p:nvPr>
        </p:nvSpPr>
        <p:spPr/>
        <p:txBody>
          <a:bodyPr anchorCtr="0"/>
          <a:lstStyle/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lang="en-US" sz="1600" b="0" i="0" u="none">
                <a:solidFill>
                  <a:srgbClr val="000000"/>
                </a:solidFill>
                <a:ea typeface="微软雅黑"/>
              </a:rPr>
              <a:t>游戏化生活管理App的完整实现</a:t>
            </a:r>
          </a:p>
        </p:txBody>
      </p:sp>
      <p:sp>
        <p:nvSpPr>
          <p:cNvPr id="6" name="文本占位符 5" descr="cd6c3dc5-91e3-4abc-8dcd-a9aac5e2ab74"/>
          <p:cNvSpPr>
            <a:spLocks noGrp="1"/>
          </p:cNvSpPr>
          <p:nvPr>
            <p:ph type="body" sz="quarter" idx="13" hasCustomPrompt="1"/>
          </p:nvPr>
        </p:nvSpPr>
        <p:spPr/>
        <p:txBody>
          <a:bodyPr anchorCtr="0"/>
          <a:lstStyle/>
          <a:p>
            <a:pPr algn="r">
              <a:lnSpc>
                <a:spcPct val="100000"/>
              </a:lnSpc>
              <a:spcBef>
                <a:spcPts val="1000"/>
              </a:spcBef>
            </a:pPr>
            <a:r>
              <a:rPr lang="en-US" sz="1200" b="0" i="0" u="none">
                <a:solidFill>
                  <a:srgbClr val="FFFFFF"/>
                </a:solidFill>
                <a:ea typeface="微软雅黑"/>
              </a:rPr>
              <a:t>报告人名称</a:t>
            </a:r>
          </a:p>
        </p:txBody>
      </p:sp>
      <p:sp>
        <p:nvSpPr>
          <p:cNvPr id="5" name="文本占位符 4" descr="54d99e77-87cb-44b7-9e81-3e7d60f462bc"/>
          <p:cNvSpPr>
            <a:spLocks noGrp="1"/>
          </p:cNvSpPr>
          <p:nvPr>
            <p:ph type="body" sz="quarter" idx="14" hasCustomPrompt="1"/>
          </p:nvPr>
        </p:nvSpPr>
        <p:spPr/>
        <p:txBody>
          <a:bodyPr anchorCtr="0"/>
          <a:lstStyle/>
          <a:p>
            <a:pPr algn="r">
              <a:lnSpc>
                <a:spcPct val="100000"/>
              </a:lnSpc>
              <a:spcBef>
                <a:spcPts val="1000"/>
              </a:spcBef>
            </a:pPr>
            <a:r>
              <a:rPr lang="en-US">
                <a:latin typeface="微软雅黑"/>
              </a:rPr>
              <a:t>20xx.xx.xx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4caed9d6-c0d5-402d-a13c-963d60d56e8c.source.4.zh-Hans.pptx" descr="60326755-37c4-4564-9533-43960396969b">
            <a:extLst>
              <a:ext uri="{FF2B5EF4-FFF2-40B4-BE49-F238E27FC236}">
                <a16:creationId xmlns:a16="http://schemas.microsoft.com/office/drawing/2014/main" id="{DC8F4CB4-FEB1-0C11-C4E9-B2C06E36BB31}"/>
              </a:ext>
            </a:extLst>
          </p:cNvPr>
          <p:cNvGrpSpPr/>
          <p:nvPr/>
        </p:nvGrpSpPr>
        <p:grpSpPr>
          <a:xfrm>
            <a:off x="0" y="1130300"/>
            <a:ext cx="12192000" cy="4305311"/>
            <a:chOff x="0" y="1130300"/>
            <a:chExt cx="12192000" cy="4305311"/>
          </a:xfrm>
        </p:grpSpPr>
        <p:sp>
          <p:nvSpPr>
            <p:cNvPr id="7" name="矩形 1" descr="c46659f6-a98e-4c7e-8b0f-b6d1c17036d4">
              <a:extLst>
                <a:ext uri="{FF2B5EF4-FFF2-40B4-BE49-F238E27FC236}">
                  <a16:creationId xmlns:a16="http://schemas.microsoft.com/office/drawing/2014/main" id="{C9714C48-ED47-D088-728E-5F679704490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0" y="3406786"/>
              <a:ext cx="12192000" cy="1076060"/>
            </a:xfrm>
            <a:prstGeom prst="rect">
              <a:avLst/>
            </a:prstGeom>
            <a:solidFill>
              <a:schemeClr val="accent1">
                <a:alpha val="10000"/>
              </a:schemeClr>
            </a:solidFill>
            <a:ln w="1270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 anchorCtr="0">
              <a:noAutofit/>
            </a:bodyPr>
            <a:lstStyle/>
            <a:p>
              <a:pPr algn="l"/>
              <a:endParaRPr/>
            </a:p>
          </p:txBody>
        </p:sp>
        <p:cxnSp>
          <p:nvCxnSpPr>
            <p:cNvPr id="83" name="直接箭头连接符 82" descr="564a357d-cf1e-4009-bbae-1fc794102711">
              <a:extLst>
                <a:ext uri="{FF2B5EF4-FFF2-40B4-BE49-F238E27FC236}">
                  <a16:creationId xmlns:a16="http://schemas.microsoft.com/office/drawing/2014/main" id="{10B93CA4-5F1C-D813-B0F4-51ED4A866243}"/>
                </a:ext>
              </a:extLst>
            </p:cNvPr>
            <p:cNvCxnSpPr>
              <a:cxnSpLocks/>
            </p:cNvCxnSpPr>
            <p:nvPr/>
          </p:nvCxnSpPr>
          <p:spPr>
            <a:xfrm>
              <a:off x="660400" y="3944816"/>
              <a:ext cx="10858500" cy="0"/>
            </a:xfrm>
            <a:prstGeom prst="straightConnector1">
              <a:avLst/>
            </a:prstGeom>
            <a:ln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0" scaled="0"/>
              </a:gra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" name="组合 2" descr="097e2b64-be7d-45ad-aee4-38596d932558">
              <a:extLst>
                <a:ext uri="{FF2B5EF4-FFF2-40B4-BE49-F238E27FC236}">
                  <a16:creationId xmlns:a16="http://schemas.microsoft.com/office/drawing/2014/main" id="{99746AE9-2055-3F32-E42F-67B9546548D3}"/>
                </a:ext>
              </a:extLst>
            </p:cNvPr>
            <p:cNvGrpSpPr/>
            <p:nvPr/>
          </p:nvGrpSpPr>
          <p:grpSpPr>
            <a:xfrm>
              <a:off x="660400" y="3650127"/>
              <a:ext cx="2860864" cy="1785484"/>
              <a:chOff x="290432" y="3650127"/>
              <a:chExt cx="2860864" cy="1785484"/>
            </a:xfrm>
          </p:grpSpPr>
          <p:sp>
            <p:nvSpPr>
              <p:cNvPr id="50" name="Number1" descr="d07b2c5a-8d9f-4823-8d8d-a9b566169a93">
                <a:extLst>
                  <a:ext uri="{FF2B5EF4-FFF2-40B4-BE49-F238E27FC236}">
                    <a16:creationId xmlns:a16="http://schemas.microsoft.com/office/drawing/2014/main" id="{331940AB-E903-CBB5-42DB-196ECBE6E6DE}"/>
                  </a:ext>
                </a:extLst>
              </p:cNvPr>
              <p:cNvSpPr/>
              <p:nvPr/>
            </p:nvSpPr>
            <p:spPr>
              <a:xfrm>
                <a:off x="1411803" y="3650127"/>
                <a:ext cx="586504" cy="586504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75000">
                    <a:schemeClr val="accent1"/>
                  </a:gs>
                </a:gsLst>
                <a:lin ang="2700000" scaled="1"/>
                <a:tileRect/>
              </a:gradFill>
              <a:ln w="12700">
                <a:solidFill>
                  <a:schemeClr val="bg1"/>
                </a:solidFill>
              </a:ln>
              <a:effectLst>
                <a:outerShdw blurRad="127000" dist="63500" dir="2700000" algn="tl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 anchorCtr="0">
                <a:normAutofit/>
              </a:bodyPr>
              <a:lstStyle/>
              <a:p>
                <a:pPr algn="ctr"/>
                <a:r>
                  <a:rPr lang="en-US" sz="1800" b="1" i="0" u="none">
                    <a:solidFill>
                      <a:srgbClr val="FFFFFF"/>
                    </a:solidFill>
                    <a:latin typeface="Arial"/>
                  </a:rPr>
                  <a:t>01</a:t>
                </a:r>
              </a:p>
            </p:txBody>
          </p:sp>
          <p:grpSp>
            <p:nvGrpSpPr>
              <p:cNvPr id="56" name="组合 55" descr="af319968-34f6-4462-954c-6ec60c986bc8">
                <a:extLst>
                  <a:ext uri="{FF2B5EF4-FFF2-40B4-BE49-F238E27FC236}">
                    <a16:creationId xmlns:a16="http://schemas.microsoft.com/office/drawing/2014/main" id="{248E5141-C510-C3C9-542B-9551CACCE0A7}"/>
                  </a:ext>
                </a:extLst>
              </p:cNvPr>
              <p:cNvGrpSpPr/>
              <p:nvPr/>
            </p:nvGrpSpPr>
            <p:grpSpPr>
              <a:xfrm>
                <a:off x="290432" y="4236631"/>
                <a:ext cx="2860864" cy="1198980"/>
                <a:chOff x="1530184" y="4601292"/>
                <a:chExt cx="2860864" cy="1198980"/>
              </a:xfrm>
            </p:grpSpPr>
            <p:sp>
              <p:nvSpPr>
                <p:cNvPr id="79" name="Bullet1" descr="f16f02bd-9e00-4912-8a51-87913cc60cb1">
                  <a:extLst>
                    <a:ext uri="{FF2B5EF4-FFF2-40B4-BE49-F238E27FC236}">
                      <a16:creationId xmlns:a16="http://schemas.microsoft.com/office/drawing/2014/main" id="{26485645-A9B5-716A-E9FE-CAA8A411F20C}"/>
                    </a:ext>
                  </a:extLst>
                </p:cNvPr>
                <p:cNvSpPr txBox="1"/>
                <p:nvPr/>
              </p:nvSpPr>
              <p:spPr>
                <a:xfrm>
                  <a:off x="1530184" y="5090848"/>
                  <a:ext cx="2860864" cy="70942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t" anchorCtr="0">
                  <a:normAutofit/>
                </a:bodyPr>
                <a:lstStyle/>
                <a:p>
                  <a:pPr algn="l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2200" b="1" i="0" u="none" strike="noStrike">
                      <a:solidFill>
                        <a:srgbClr val="000000"/>
                      </a:solidFill>
                      <a:ea typeface="微软雅黑"/>
                    </a:rPr>
                    <a:t>项目概述</a:t>
                  </a:r>
                </a:p>
              </p:txBody>
            </p:sp>
            <p:cxnSp>
              <p:nvCxnSpPr>
                <p:cNvPr id="81" name="直接连接符 80" descr="f5f67e79-a050-4295-b850-2766b0ce74d3">
                  <a:extLst>
                    <a:ext uri="{FF2B5EF4-FFF2-40B4-BE49-F238E27FC236}">
                      <a16:creationId xmlns:a16="http://schemas.microsoft.com/office/drawing/2014/main" id="{4EBBE39F-F648-A8B5-ADB3-84E87CA1460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954266" y="4601292"/>
                  <a:ext cx="0" cy="387901"/>
                </a:xfrm>
                <a:prstGeom prst="line">
                  <a:avLst/>
                </a:prstGeom>
                <a:ln>
                  <a:gradFill>
                    <a:gsLst>
                      <a:gs pos="0">
                        <a:schemeClr val="accent1">
                          <a:alpha val="0"/>
                        </a:schemeClr>
                      </a:gs>
                      <a:gs pos="100000">
                        <a:schemeClr val="accent1"/>
                      </a:gs>
                    </a:gsLst>
                    <a:lin ang="0" scaled="0"/>
                  </a:gra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4" name="组合 3" descr="48769de1-bbd9-4b7a-9926-e76c0ae5b5be">
              <a:extLst>
                <a:ext uri="{FF2B5EF4-FFF2-40B4-BE49-F238E27FC236}">
                  <a16:creationId xmlns:a16="http://schemas.microsoft.com/office/drawing/2014/main" id="{58E56BC4-115B-73AE-8DF1-459608F0D06D}"/>
                </a:ext>
              </a:extLst>
            </p:cNvPr>
            <p:cNvGrpSpPr/>
            <p:nvPr/>
          </p:nvGrpSpPr>
          <p:grpSpPr>
            <a:xfrm>
              <a:off x="3326278" y="2441361"/>
              <a:ext cx="2860864" cy="1795270"/>
              <a:chOff x="1951305" y="2441361"/>
              <a:chExt cx="2860864" cy="1795270"/>
            </a:xfrm>
          </p:grpSpPr>
          <p:sp>
            <p:nvSpPr>
              <p:cNvPr id="51" name="Number2" descr="e1b84a87-1c61-4368-b8ed-5aacd02087a0">
                <a:extLst>
                  <a:ext uri="{FF2B5EF4-FFF2-40B4-BE49-F238E27FC236}">
                    <a16:creationId xmlns:a16="http://schemas.microsoft.com/office/drawing/2014/main" id="{C3B94DC8-A13E-BFF7-BAA3-4BB64FAA315D}"/>
                  </a:ext>
                </a:extLst>
              </p:cNvPr>
              <p:cNvSpPr/>
              <p:nvPr/>
            </p:nvSpPr>
            <p:spPr>
              <a:xfrm>
                <a:off x="3088485" y="3650127"/>
                <a:ext cx="586504" cy="586504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75000">
                    <a:schemeClr val="accent2"/>
                  </a:gs>
                </a:gsLst>
                <a:lin ang="2700000" scaled="1"/>
                <a:tileRect/>
              </a:gradFill>
              <a:ln w="12700">
                <a:solidFill>
                  <a:schemeClr val="bg1"/>
                </a:solidFill>
              </a:ln>
              <a:effectLst>
                <a:outerShdw blurRad="127000" dist="63500" dir="2700000" algn="tl" rotWithShape="0">
                  <a:schemeClr val="accent2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 anchorCtr="0"/>
              <a:lstStyle/>
              <a:p>
                <a:pPr algn="ctr"/>
                <a:r>
                  <a:rPr lang="en-US" sz="2000" b="1" i="0" u="none">
                    <a:solidFill>
                      <a:srgbClr val="FFFFFF"/>
                    </a:solidFill>
                    <a:latin typeface="Arial"/>
                  </a:rPr>
                  <a:t>02</a:t>
                </a:r>
              </a:p>
            </p:txBody>
          </p:sp>
          <p:grpSp>
            <p:nvGrpSpPr>
              <p:cNvPr id="65" name="组合 64" descr="ee0b683b-6c0b-47c2-9188-19dfb0007312">
                <a:extLst>
                  <a:ext uri="{FF2B5EF4-FFF2-40B4-BE49-F238E27FC236}">
                    <a16:creationId xmlns:a16="http://schemas.microsoft.com/office/drawing/2014/main" id="{BEBE0FB9-8842-ACAA-C81F-9B0BA655DE58}"/>
                  </a:ext>
                </a:extLst>
              </p:cNvPr>
              <p:cNvGrpSpPr/>
              <p:nvPr/>
            </p:nvGrpSpPr>
            <p:grpSpPr>
              <a:xfrm>
                <a:off x="1951305" y="2441361"/>
                <a:ext cx="2860864" cy="1205891"/>
                <a:chOff x="1523834" y="5316110"/>
                <a:chExt cx="2860864" cy="1205891"/>
              </a:xfrm>
            </p:grpSpPr>
            <p:sp>
              <p:nvSpPr>
                <p:cNvPr id="70" name="Bullet2" descr="4c17351b-059b-4a70-a95c-2fd012e9493b">
                  <a:extLst>
                    <a:ext uri="{FF2B5EF4-FFF2-40B4-BE49-F238E27FC236}">
                      <a16:creationId xmlns:a16="http://schemas.microsoft.com/office/drawing/2014/main" id="{EDCE61C6-6656-1E2B-5064-54B9A2807089}"/>
                    </a:ext>
                  </a:extLst>
                </p:cNvPr>
                <p:cNvSpPr txBox="1"/>
                <p:nvPr/>
              </p:nvSpPr>
              <p:spPr>
                <a:xfrm>
                  <a:off x="1523834" y="5316110"/>
                  <a:ext cx="2860864" cy="70942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b" anchorCtr="0">
                  <a:normAutofit/>
                </a:bodyPr>
                <a:lstStyle/>
                <a:p>
                  <a:pPr algn="l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2200" b="1" i="0" u="none" strike="noStrike">
                      <a:solidFill>
                        <a:srgbClr val="000000"/>
                      </a:solidFill>
                      <a:ea typeface="微软雅黑"/>
                    </a:rPr>
                    <a:t>应用架构与功能</a:t>
                  </a:r>
                </a:p>
              </p:txBody>
            </p:sp>
            <p:cxnSp>
              <p:nvCxnSpPr>
                <p:cNvPr id="72" name="直接连接符 71" descr="a401baa4-ec56-4ced-b4a1-30934c337191">
                  <a:extLst>
                    <a:ext uri="{FF2B5EF4-FFF2-40B4-BE49-F238E27FC236}">
                      <a16:creationId xmlns:a16="http://schemas.microsoft.com/office/drawing/2014/main" id="{99BF09C9-45C6-C4F6-5BA4-D5A239A8C18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954266" y="6134100"/>
                  <a:ext cx="0" cy="387901"/>
                </a:xfrm>
                <a:prstGeom prst="line">
                  <a:avLst/>
                </a:prstGeom>
                <a:ln>
                  <a:gradFill>
                    <a:gsLst>
                      <a:gs pos="0">
                        <a:schemeClr val="accent1">
                          <a:alpha val="0"/>
                        </a:schemeClr>
                      </a:gs>
                      <a:gs pos="100000">
                        <a:schemeClr val="accent1"/>
                      </a:gs>
                    </a:gsLst>
                    <a:lin ang="0" scaled="0"/>
                  </a:gra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84" name="Title" descr="52068949-deae-4283-af15-cf2b44f2893f">
              <a:extLst>
                <a:ext uri="{FF2B5EF4-FFF2-40B4-BE49-F238E27FC236}">
                  <a16:creationId xmlns:a16="http://schemas.microsoft.com/office/drawing/2014/main" id="{39FC13C3-340B-FC8F-289C-1AC8FECAA94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66750" y="1130300"/>
              <a:ext cx="10858500" cy="10029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 anchorCtr="0">
              <a:normAutofit/>
            </a:bodyPr>
            <a:lstStyle/>
            <a:p>
              <a:pPr algn="ctr"/>
              <a:endParaRPr/>
            </a:p>
          </p:txBody>
        </p:sp>
        <p:grpSp>
          <p:nvGrpSpPr>
            <p:cNvPr id="5" name="组合 4" descr="d1acee43-b800-42b1-9f4a-86616d8955db">
              <a:extLst>
                <a:ext uri="{FF2B5EF4-FFF2-40B4-BE49-F238E27FC236}">
                  <a16:creationId xmlns:a16="http://schemas.microsoft.com/office/drawing/2014/main" id="{90B8F8B4-79BF-2F56-2F3A-B2F5474F568F}"/>
                </a:ext>
              </a:extLst>
            </p:cNvPr>
            <p:cNvGrpSpPr/>
            <p:nvPr/>
          </p:nvGrpSpPr>
          <p:grpSpPr>
            <a:xfrm>
              <a:off x="5992156" y="3650127"/>
              <a:ext cx="2860864" cy="1785484"/>
              <a:chOff x="3611454" y="3650127"/>
              <a:chExt cx="2860864" cy="1785484"/>
            </a:xfrm>
          </p:grpSpPr>
          <p:sp>
            <p:nvSpPr>
              <p:cNvPr id="52" name="Number3" descr="7930b2d2-e1d0-453f-8051-066df99ee262">
                <a:extLst>
                  <a:ext uri="{FF2B5EF4-FFF2-40B4-BE49-F238E27FC236}">
                    <a16:creationId xmlns:a16="http://schemas.microsoft.com/office/drawing/2014/main" id="{9C5F2C3D-B1AB-40CC-E21D-781CA62B9623}"/>
                  </a:ext>
                </a:extLst>
              </p:cNvPr>
              <p:cNvSpPr/>
              <p:nvPr/>
            </p:nvSpPr>
            <p:spPr>
              <a:xfrm>
                <a:off x="4765167" y="3650127"/>
                <a:ext cx="586504" cy="586504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75000">
                    <a:schemeClr val="accent1"/>
                  </a:gs>
                </a:gsLst>
                <a:lin ang="2700000" scaled="1"/>
                <a:tileRect/>
              </a:gradFill>
              <a:ln w="12700">
                <a:solidFill>
                  <a:schemeClr val="bg1"/>
                </a:solidFill>
              </a:ln>
              <a:effectLst>
                <a:outerShdw blurRad="127000" dist="63500" dir="2700000" algn="tl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 anchorCtr="0">
                <a:normAutofit/>
              </a:bodyPr>
              <a:lstStyle/>
              <a:p>
                <a:pPr algn="ctr"/>
                <a:r>
                  <a:rPr lang="en-US" sz="1800" b="1" i="0" u="none">
                    <a:solidFill>
                      <a:srgbClr val="FFFFFF"/>
                    </a:solidFill>
                    <a:latin typeface="Arial"/>
                  </a:rPr>
                  <a:t>03</a:t>
                </a:r>
              </a:p>
            </p:txBody>
          </p:sp>
          <p:grpSp>
            <p:nvGrpSpPr>
              <p:cNvPr id="91" name="组合 90" descr="470fac11-21c6-4709-8b6d-18a8c9c33b6e">
                <a:extLst>
                  <a:ext uri="{FF2B5EF4-FFF2-40B4-BE49-F238E27FC236}">
                    <a16:creationId xmlns:a16="http://schemas.microsoft.com/office/drawing/2014/main" id="{875B6E1A-C5F4-24A4-EC25-0D55B388F0AF}"/>
                  </a:ext>
                </a:extLst>
              </p:cNvPr>
              <p:cNvGrpSpPr/>
              <p:nvPr/>
            </p:nvGrpSpPr>
            <p:grpSpPr>
              <a:xfrm>
                <a:off x="3611454" y="4236631"/>
                <a:ext cx="2860864" cy="1198980"/>
                <a:chOff x="1530184" y="4601292"/>
                <a:chExt cx="2860864" cy="1198980"/>
              </a:xfrm>
            </p:grpSpPr>
            <p:sp>
              <p:nvSpPr>
                <p:cNvPr id="92" name="Bullet3" descr="3ce5eeca-b4f1-4d93-b501-20e4b4c8272a">
                  <a:extLst>
                    <a:ext uri="{FF2B5EF4-FFF2-40B4-BE49-F238E27FC236}">
                      <a16:creationId xmlns:a16="http://schemas.microsoft.com/office/drawing/2014/main" id="{4463FF7D-ECE0-AC16-BA46-E4098DF95B34}"/>
                    </a:ext>
                  </a:extLst>
                </p:cNvPr>
                <p:cNvSpPr txBox="1"/>
                <p:nvPr/>
              </p:nvSpPr>
              <p:spPr>
                <a:xfrm>
                  <a:off x="1530184" y="5090848"/>
                  <a:ext cx="2860864" cy="70942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t" anchorCtr="0">
                  <a:normAutofit/>
                </a:bodyPr>
                <a:lstStyle/>
                <a:p>
                  <a:pPr algn="l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2200" b="1" i="0" u="none" strike="noStrike">
                      <a:solidFill>
                        <a:srgbClr val="000000"/>
                      </a:solidFill>
                      <a:ea typeface="微软雅黑"/>
                    </a:rPr>
                    <a:t>开发难度与测试</a:t>
                  </a:r>
                </a:p>
              </p:txBody>
            </p:sp>
            <p:cxnSp>
              <p:nvCxnSpPr>
                <p:cNvPr id="94" name="直接连接符 93" descr="5e14b872-642a-4f03-8156-7d4edbff01d6">
                  <a:extLst>
                    <a:ext uri="{FF2B5EF4-FFF2-40B4-BE49-F238E27FC236}">
                      <a16:creationId xmlns:a16="http://schemas.microsoft.com/office/drawing/2014/main" id="{0B6890B8-DFDC-C387-6CE8-27FE69F5347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954266" y="4601292"/>
                  <a:ext cx="0" cy="387901"/>
                </a:xfrm>
                <a:prstGeom prst="line">
                  <a:avLst/>
                </a:prstGeom>
                <a:ln>
                  <a:gradFill>
                    <a:gsLst>
                      <a:gs pos="0">
                        <a:schemeClr val="accent1">
                          <a:alpha val="0"/>
                        </a:schemeClr>
                      </a:gs>
                      <a:gs pos="100000">
                        <a:schemeClr val="accent1"/>
                      </a:gs>
                    </a:gsLst>
                    <a:lin ang="0" scaled="0"/>
                  </a:gra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6" name="组合 5" descr="d4396f5e-8f1f-45ea-ad28-e4cc6538fb58">
              <a:extLst>
                <a:ext uri="{FF2B5EF4-FFF2-40B4-BE49-F238E27FC236}">
                  <a16:creationId xmlns:a16="http://schemas.microsoft.com/office/drawing/2014/main" id="{BCF5D0BA-3B6C-2B7D-8ECB-26DB449B0357}"/>
                </a:ext>
              </a:extLst>
            </p:cNvPr>
            <p:cNvGrpSpPr/>
            <p:nvPr/>
          </p:nvGrpSpPr>
          <p:grpSpPr>
            <a:xfrm>
              <a:off x="8658033" y="2441361"/>
              <a:ext cx="2860864" cy="1795270"/>
              <a:chOff x="5304669" y="2441361"/>
              <a:chExt cx="2860864" cy="1795270"/>
            </a:xfrm>
          </p:grpSpPr>
          <p:sp>
            <p:nvSpPr>
              <p:cNvPr id="53" name="Number4" descr="38eb5f0b-94c6-47f3-ba2c-cbb48d454946">
                <a:extLst>
                  <a:ext uri="{FF2B5EF4-FFF2-40B4-BE49-F238E27FC236}">
                    <a16:creationId xmlns:a16="http://schemas.microsoft.com/office/drawing/2014/main" id="{771B8C0A-613C-A6ED-F850-B7B2EA155BF4}"/>
                  </a:ext>
                </a:extLst>
              </p:cNvPr>
              <p:cNvSpPr/>
              <p:nvPr/>
            </p:nvSpPr>
            <p:spPr>
              <a:xfrm>
                <a:off x="6441849" y="3650127"/>
                <a:ext cx="586504" cy="586504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75000">
                    <a:schemeClr val="accent2"/>
                  </a:gs>
                </a:gsLst>
                <a:lin ang="2700000" scaled="1"/>
                <a:tileRect/>
              </a:gradFill>
              <a:ln w="12700">
                <a:solidFill>
                  <a:schemeClr val="bg1"/>
                </a:solidFill>
              </a:ln>
              <a:effectLst>
                <a:outerShdw blurRad="127000" dist="63500" dir="2700000" algn="tl" rotWithShape="0">
                  <a:schemeClr val="accent2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 anchorCtr="0"/>
              <a:lstStyle/>
              <a:p>
                <a:pPr algn="ctr"/>
                <a:r>
                  <a:rPr lang="en-US" sz="2000" b="1" i="0" u="none">
                    <a:solidFill>
                      <a:srgbClr val="FFFFFF"/>
                    </a:solidFill>
                    <a:latin typeface="Arial"/>
                  </a:rPr>
                  <a:t>04</a:t>
                </a:r>
              </a:p>
            </p:txBody>
          </p:sp>
          <p:grpSp>
            <p:nvGrpSpPr>
              <p:cNvPr id="95" name="组合 94" descr="34ac8ebd-2c78-45b8-9ce5-574163ff0cc7">
                <a:extLst>
                  <a:ext uri="{FF2B5EF4-FFF2-40B4-BE49-F238E27FC236}">
                    <a16:creationId xmlns:a16="http://schemas.microsoft.com/office/drawing/2014/main" id="{06C30757-2C2F-8677-8A77-750800896B96}"/>
                  </a:ext>
                </a:extLst>
              </p:cNvPr>
              <p:cNvGrpSpPr/>
              <p:nvPr/>
            </p:nvGrpSpPr>
            <p:grpSpPr>
              <a:xfrm>
                <a:off x="5304669" y="2441361"/>
                <a:ext cx="2860864" cy="1205891"/>
                <a:chOff x="1523834" y="5316110"/>
                <a:chExt cx="2860864" cy="1205891"/>
              </a:xfrm>
            </p:grpSpPr>
            <p:sp>
              <p:nvSpPr>
                <p:cNvPr id="96" name="Bullet4" descr="b50711c8-c209-4e5d-a653-ce17b102eed8">
                  <a:extLst>
                    <a:ext uri="{FF2B5EF4-FFF2-40B4-BE49-F238E27FC236}">
                      <a16:creationId xmlns:a16="http://schemas.microsoft.com/office/drawing/2014/main" id="{2697C799-E926-4D22-DDAF-513E0A5DD13E}"/>
                    </a:ext>
                  </a:extLst>
                </p:cNvPr>
                <p:cNvSpPr txBox="1"/>
                <p:nvPr/>
              </p:nvSpPr>
              <p:spPr>
                <a:xfrm>
                  <a:off x="1523834" y="5316110"/>
                  <a:ext cx="2860864" cy="70942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b" anchorCtr="0">
                  <a:normAutofit/>
                </a:bodyPr>
                <a:lstStyle/>
                <a:p>
                  <a:pPr algn="l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2200" b="1" i="0" u="none" strike="noStrike">
                      <a:solidFill>
                        <a:srgbClr val="000000"/>
                      </a:solidFill>
                      <a:ea typeface="微软雅黑"/>
                    </a:rPr>
                    <a:t>用户测试与改进</a:t>
                  </a:r>
                </a:p>
              </p:txBody>
            </p:sp>
            <p:cxnSp>
              <p:nvCxnSpPr>
                <p:cNvPr id="98" name="直接连接符 97" descr="ebede6aa-6dad-47e2-abbb-a620816c84bb">
                  <a:extLst>
                    <a:ext uri="{FF2B5EF4-FFF2-40B4-BE49-F238E27FC236}">
                      <a16:creationId xmlns:a16="http://schemas.microsoft.com/office/drawing/2014/main" id="{4932436E-120D-78F4-40BA-1574046CBED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954266" y="6134100"/>
                  <a:ext cx="0" cy="387901"/>
                </a:xfrm>
                <a:prstGeom prst="line">
                  <a:avLst/>
                </a:prstGeom>
                <a:ln>
                  <a:gradFill>
                    <a:gsLst>
                      <a:gs pos="0">
                        <a:schemeClr val="accent1">
                          <a:alpha val="0"/>
                        </a:schemeClr>
                      </a:gs>
                      <a:gs pos="100000">
                        <a:schemeClr val="accent1"/>
                      </a:gs>
                    </a:gsLst>
                    <a:lin ang="0" scaled="0"/>
                  </a:gra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2" name="标题 1" descr="0726fe45-b043-4457-813b-c150326fe0f6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000000"/>
                </a:solidFill>
                <a:ea typeface="微软雅黑"/>
              </a:rPr>
              <a:t>目录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e40a5df3-c735-4758-8d35-86acaacf8aad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400" b="1" i="0" u="none">
                <a:solidFill>
                  <a:srgbClr val="000000"/>
                </a:solidFill>
                <a:ea typeface="微软雅黑"/>
              </a:rPr>
              <a:t>项目概述</a:t>
            </a:r>
          </a:p>
        </p:txBody>
      </p:sp>
      <p:sp>
        <p:nvSpPr>
          <p:cNvPr id="3" name="文本占位符 2" descr="37ea3959-aa9f-48f9-bb52-b95bf0bf3f55"/>
          <p:cNvSpPr>
            <a:spLocks noGrp="1"/>
          </p:cNvSpPr>
          <p:nvPr>
            <p:ph type="body" idx="1" hasCustomPrompt="1"/>
          </p:nvPr>
        </p:nvSpPr>
        <p:spPr/>
        <p:txBody>
          <a:bodyPr anchorCtr="0"/>
          <a:lstStyle/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lang="en-US" sz="1100" b="0" i="0" u="none">
                <a:solidFill>
                  <a:srgbClr val="000000"/>
                </a:solidFill>
                <a:ea typeface="微软雅黑"/>
              </a:rPr>
              <a:t>介绍项目基本情况与阶段目标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eb47b696-64c3-4ddf-a23a-4f2f8a9ae4fb.source.4.zh-Hans.pptx" descr="5fc7400b-0d77-48f7-8fa0-25b0512f90bb">
            <a:extLst>
              <a:ext uri="{FF2B5EF4-FFF2-40B4-BE49-F238E27FC236}">
                <a16:creationId xmlns:a16="http://schemas.microsoft.com/office/drawing/2014/main" id="{11A3F7F7-6C41-6451-4ADE-397A171F9657}"/>
              </a:ext>
            </a:extLst>
          </p:cNvPr>
          <p:cNvGrpSpPr/>
          <p:nvPr/>
        </p:nvGrpSpPr>
        <p:grpSpPr>
          <a:xfrm>
            <a:off x="660400" y="1130300"/>
            <a:ext cx="10858500" cy="4392761"/>
            <a:chOff x="660400" y="1130300"/>
            <a:chExt cx="10858500" cy="4392761"/>
          </a:xfrm>
        </p:grpSpPr>
        <p:sp>
          <p:nvSpPr>
            <p:cNvPr id="4" name="Title" descr="02ca43ae-3669-4d65-8eb0-8c63a21c9ada">
              <a:extLst>
                <a:ext uri="{FF2B5EF4-FFF2-40B4-BE49-F238E27FC236}">
                  <a16:creationId xmlns:a16="http://schemas.microsoft.com/office/drawing/2014/main" id="{827D033C-DB0B-1A6B-3CE2-923D8BC91918}"/>
                </a:ext>
              </a:extLst>
            </p:cNvPr>
            <p:cNvSpPr txBox="1"/>
            <p:nvPr/>
          </p:nvSpPr>
          <p:spPr>
            <a:xfrm>
              <a:off x="660400" y="1130300"/>
              <a:ext cx="10858500" cy="696960"/>
            </a:xfrm>
            <a:prstGeom prst="rect">
              <a:avLst/>
            </a:prstGeom>
            <a:noFill/>
          </p:spPr>
          <p:txBody>
            <a:bodyPr vert="horz" wrap="square" rtlCol="0" anchor="t" anchorCtr="0">
              <a:normAutofit/>
            </a:bodyPr>
            <a:lstStyle/>
            <a:p>
              <a:pPr algn="ctr"/>
              <a:r>
                <a:rPr lang="en-US" sz="2400" b="1" i="0" u="none">
                  <a:solidFill>
                    <a:srgbClr val="000000"/>
                  </a:solidFill>
                  <a:ea typeface="微软雅黑"/>
                </a:rPr>
                <a:t>展示项目基础信息</a:t>
              </a:r>
            </a:p>
          </p:txBody>
        </p:sp>
        <p:grpSp>
          <p:nvGrpSpPr>
            <p:cNvPr id="60" name="组合 59" descr="3e33bfb9-1cf3-44f2-8841-a626d63c66f4">
              <a:extLst>
                <a:ext uri="{FF2B5EF4-FFF2-40B4-BE49-F238E27FC236}">
                  <a16:creationId xmlns:a16="http://schemas.microsoft.com/office/drawing/2014/main" id="{9DF14960-514B-FB5A-DD5C-0315B09464E5}"/>
                </a:ext>
              </a:extLst>
            </p:cNvPr>
            <p:cNvGrpSpPr/>
            <p:nvPr/>
          </p:nvGrpSpPr>
          <p:grpSpPr>
            <a:xfrm>
              <a:off x="748014" y="2436860"/>
              <a:ext cx="2783269" cy="3086201"/>
              <a:chOff x="748014" y="2436860"/>
              <a:chExt cx="2783269" cy="3086201"/>
            </a:xfrm>
          </p:grpSpPr>
          <p:sp>
            <p:nvSpPr>
              <p:cNvPr id="52" name="ComponentBackground1" descr="d738f4a5-93fb-4249-afef-22c742b1e496">
                <a:extLst>
                  <a:ext uri="{FF2B5EF4-FFF2-40B4-BE49-F238E27FC236}">
                    <a16:creationId xmlns:a16="http://schemas.microsoft.com/office/drawing/2014/main" id="{6646F59A-F88B-A562-8E67-D397AC346408}"/>
                  </a:ext>
                </a:extLst>
              </p:cNvPr>
              <p:cNvSpPr/>
              <p:nvPr/>
            </p:nvSpPr>
            <p:spPr>
              <a:xfrm>
                <a:off x="818731" y="2613102"/>
                <a:ext cx="2712552" cy="747131"/>
              </a:xfrm>
              <a:custGeom>
                <a:avLst/>
                <a:gdLst>
                  <a:gd name="connsiteX0" fmla="*/ 0 w 2712552"/>
                  <a:gd name="connsiteY0" fmla="*/ 66752 h 747131"/>
                  <a:gd name="connsiteX1" fmla="*/ 138791 w 2712552"/>
                  <a:gd name="connsiteY1" fmla="*/ 66752 h 747131"/>
                  <a:gd name="connsiteX2" fmla="*/ 447642 w 2712552"/>
                  <a:gd name="connsiteY2" fmla="*/ 373460 h 747131"/>
                  <a:gd name="connsiteX3" fmla="*/ 138791 w 2712552"/>
                  <a:gd name="connsiteY3" fmla="*/ 680168 h 747131"/>
                  <a:gd name="connsiteX4" fmla="*/ 0 w 2712552"/>
                  <a:gd name="connsiteY4" fmla="*/ 680168 h 747131"/>
                  <a:gd name="connsiteX5" fmla="*/ 308851 w 2712552"/>
                  <a:gd name="connsiteY5" fmla="*/ 373460 h 747131"/>
                  <a:gd name="connsiteX6" fmla="*/ 2338987 w 2712552"/>
                  <a:gd name="connsiteY6" fmla="*/ 0 h 747131"/>
                  <a:gd name="connsiteX7" fmla="*/ 2712552 w 2712552"/>
                  <a:gd name="connsiteY7" fmla="*/ 373566 h 747131"/>
                  <a:gd name="connsiteX8" fmla="*/ 2338987 w 2712552"/>
                  <a:gd name="connsiteY8" fmla="*/ 747131 h 747131"/>
                  <a:gd name="connsiteX9" fmla="*/ 2338987 w 2712552"/>
                  <a:gd name="connsiteY9" fmla="*/ 680080 h 747131"/>
                  <a:gd name="connsiteX10" fmla="*/ 223821 w 2712552"/>
                  <a:gd name="connsiteY10" fmla="*/ 680080 h 747131"/>
                  <a:gd name="connsiteX11" fmla="*/ 530441 w 2712552"/>
                  <a:gd name="connsiteY11" fmla="*/ 373460 h 747131"/>
                  <a:gd name="connsiteX12" fmla="*/ 224032 w 2712552"/>
                  <a:gd name="connsiteY12" fmla="*/ 67051 h 747131"/>
                  <a:gd name="connsiteX13" fmla="*/ 2338987 w 2712552"/>
                  <a:gd name="connsiteY13" fmla="*/ 67051 h 7471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712552" h="747131">
                    <a:moveTo>
                      <a:pt x="0" y="66752"/>
                    </a:moveTo>
                    <a:lnTo>
                      <a:pt x="138791" y="66752"/>
                    </a:lnTo>
                    <a:lnTo>
                      <a:pt x="447642" y="373460"/>
                    </a:lnTo>
                    <a:lnTo>
                      <a:pt x="138791" y="680168"/>
                    </a:lnTo>
                    <a:lnTo>
                      <a:pt x="0" y="680168"/>
                    </a:lnTo>
                    <a:lnTo>
                      <a:pt x="308851" y="373460"/>
                    </a:lnTo>
                    <a:close/>
                    <a:moveTo>
                      <a:pt x="2338987" y="0"/>
                    </a:moveTo>
                    <a:lnTo>
                      <a:pt x="2712552" y="373566"/>
                    </a:lnTo>
                    <a:lnTo>
                      <a:pt x="2338987" y="747131"/>
                    </a:lnTo>
                    <a:lnTo>
                      <a:pt x="2338987" y="680080"/>
                    </a:lnTo>
                    <a:lnTo>
                      <a:pt x="223821" y="680080"/>
                    </a:lnTo>
                    <a:lnTo>
                      <a:pt x="530441" y="373460"/>
                    </a:lnTo>
                    <a:lnTo>
                      <a:pt x="224032" y="67051"/>
                    </a:lnTo>
                    <a:lnTo>
                      <a:pt x="2338987" y="67051"/>
                    </a:ln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 anchorCtr="0">
                <a:noAutofit/>
              </a:bodyPr>
              <a:lstStyle/>
              <a:p>
                <a:pPr algn="ctr"/>
                <a:endParaRPr/>
              </a:p>
            </p:txBody>
          </p:sp>
          <p:cxnSp>
            <p:nvCxnSpPr>
              <p:cNvPr id="22" name="line1" descr="7d184ae2-aa1a-433f-b609-67b9620f1172">
                <a:extLst>
                  <a:ext uri="{FF2B5EF4-FFF2-40B4-BE49-F238E27FC236}">
                    <a16:creationId xmlns:a16="http://schemas.microsoft.com/office/drawing/2014/main" id="{743AEF57-1473-D6EE-69C4-9E4542F6178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8732" y="3293270"/>
                <a:ext cx="0" cy="2088355"/>
              </a:xfrm>
              <a:prstGeom prst="line">
                <a:avLst/>
              </a:prstGeom>
              <a:ln>
                <a:solidFill>
                  <a:schemeClr val="accent1"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" name="shape1" descr="7c62dafa-e1f4-4e16-a7ce-decd506a8854">
                <a:extLst>
                  <a:ext uri="{FF2B5EF4-FFF2-40B4-BE49-F238E27FC236}">
                    <a16:creationId xmlns:a16="http://schemas.microsoft.com/office/drawing/2014/main" id="{CBB9CDCD-351D-FB0C-99E6-C7F01ECDED99}"/>
                  </a:ext>
                </a:extLst>
              </p:cNvPr>
              <p:cNvSpPr/>
              <p:nvPr/>
            </p:nvSpPr>
            <p:spPr>
              <a:xfrm>
                <a:off x="748014" y="5381625"/>
                <a:ext cx="141436" cy="141436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/>
                <a:endParaRPr/>
              </a:p>
            </p:txBody>
          </p:sp>
          <p:sp>
            <p:nvSpPr>
              <p:cNvPr id="25" name="Bullet1" descr="b77e5261-466c-4003-a20d-65a019df075d">
                <a:extLst>
                  <a:ext uri="{FF2B5EF4-FFF2-40B4-BE49-F238E27FC236}">
                    <a16:creationId xmlns:a16="http://schemas.microsoft.com/office/drawing/2014/main" id="{691D6CA4-A0B3-7600-57DC-1A7CB8054362}"/>
                  </a:ext>
                </a:extLst>
              </p:cNvPr>
              <p:cNvSpPr txBox="1"/>
              <p:nvPr/>
            </p:nvSpPr>
            <p:spPr>
              <a:xfrm>
                <a:off x="1042554" y="3773714"/>
                <a:ext cx="2338795" cy="609600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b" anchorCtr="0">
                <a:normAutofit/>
              </a:bodyPr>
              <a:lstStyle/>
              <a:p>
                <a:pPr algn="l"/>
                <a:r>
                  <a:rPr lang="en-US" sz="1800" b="1" i="0" u="none">
                    <a:solidFill>
                      <a:srgbClr val="000000"/>
                    </a:solidFill>
                    <a:ea typeface="微软雅黑"/>
                  </a:rPr>
                  <a:t>项目名称</a:t>
                </a:r>
              </a:p>
            </p:txBody>
          </p:sp>
          <p:sp>
            <p:nvSpPr>
              <p:cNvPr id="26" name="Text1" descr="50284a54-de75-4add-a71b-afc9260b950d">
                <a:extLst>
                  <a:ext uri="{FF2B5EF4-FFF2-40B4-BE49-F238E27FC236}">
                    <a16:creationId xmlns:a16="http://schemas.microsoft.com/office/drawing/2014/main" id="{2431F559-4BF3-1CB4-7B15-F2A05970B86D}"/>
                  </a:ext>
                </a:extLst>
              </p:cNvPr>
              <p:cNvSpPr txBox="1"/>
              <p:nvPr/>
            </p:nvSpPr>
            <p:spPr>
              <a:xfrm>
                <a:off x="1042554" y="4383314"/>
                <a:ext cx="2338795" cy="1139747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t" anchorCtr="0">
                <a:norm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000000"/>
                    </a:solidFill>
                    <a:latin typeface="Arial"/>
                  </a:rPr>
                  <a:t>Life Quest，让生活更有趣的游戏化管理App。</a:t>
                </a:r>
              </a:p>
            </p:txBody>
          </p:sp>
          <p:sp>
            <p:nvSpPr>
              <p:cNvPr id="56" name="Number1" descr="61c064ac-e7fd-4cb7-8e57-b41c5ed5d2f4">
                <a:extLst>
                  <a:ext uri="{FF2B5EF4-FFF2-40B4-BE49-F238E27FC236}">
                    <a16:creationId xmlns:a16="http://schemas.microsoft.com/office/drawing/2014/main" id="{81530A7D-1ADB-3DCB-66F6-2348EC895E1C}"/>
                  </a:ext>
                </a:extLst>
              </p:cNvPr>
              <p:cNvSpPr/>
              <p:nvPr/>
            </p:nvSpPr>
            <p:spPr>
              <a:xfrm>
                <a:off x="1623465" y="2436860"/>
                <a:ext cx="1103084" cy="1103084"/>
              </a:xfrm>
              <a:prstGeom prst="ellipse">
                <a:avLst/>
              </a:prstGeom>
              <a:ln w="57150">
                <a:solidFill>
                  <a:srgbClr val="FFFF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 anchorCtr="0">
                <a:normAutofit/>
              </a:bodyPr>
              <a:lstStyle/>
              <a:p>
                <a:pPr algn="ctr"/>
                <a:r>
                  <a:rPr lang="en-US" sz="2400" b="1" i="0" u="none">
                    <a:solidFill>
                      <a:srgbClr val="FFFFFF"/>
                    </a:solidFill>
                    <a:latin typeface="Arial"/>
                  </a:rPr>
                  <a:t>01</a:t>
                </a:r>
              </a:p>
            </p:txBody>
          </p:sp>
        </p:grpSp>
        <p:grpSp>
          <p:nvGrpSpPr>
            <p:cNvPr id="61" name="组合 60" descr="39bfe9dd-bcdd-48d4-b182-bf0a404fb7e5">
              <a:extLst>
                <a:ext uri="{FF2B5EF4-FFF2-40B4-BE49-F238E27FC236}">
                  <a16:creationId xmlns:a16="http://schemas.microsoft.com/office/drawing/2014/main" id="{D5469D05-6E09-94BB-E7E9-374324EA1FDC}"/>
                </a:ext>
              </a:extLst>
            </p:cNvPr>
            <p:cNvGrpSpPr/>
            <p:nvPr/>
          </p:nvGrpSpPr>
          <p:grpSpPr>
            <a:xfrm>
              <a:off x="3381348" y="2436860"/>
              <a:ext cx="2783269" cy="3086201"/>
              <a:chOff x="3381348" y="2436860"/>
              <a:chExt cx="2783269" cy="3086201"/>
            </a:xfrm>
          </p:grpSpPr>
          <p:sp>
            <p:nvSpPr>
              <p:cNvPr id="53" name="ComponentBackground2" descr="01022cce-0396-412c-b774-fec0d6d5e87b">
                <a:extLst>
                  <a:ext uri="{FF2B5EF4-FFF2-40B4-BE49-F238E27FC236}">
                    <a16:creationId xmlns:a16="http://schemas.microsoft.com/office/drawing/2014/main" id="{5BA71320-32FD-4915-8402-F96C0E089104}"/>
                  </a:ext>
                </a:extLst>
              </p:cNvPr>
              <p:cNvSpPr/>
              <p:nvPr/>
            </p:nvSpPr>
            <p:spPr>
              <a:xfrm>
                <a:off x="3452065" y="2613102"/>
                <a:ext cx="2712552" cy="747131"/>
              </a:xfrm>
              <a:custGeom>
                <a:avLst/>
                <a:gdLst>
                  <a:gd name="connsiteX0" fmla="*/ 0 w 2712552"/>
                  <a:gd name="connsiteY0" fmla="*/ 66752 h 747131"/>
                  <a:gd name="connsiteX1" fmla="*/ 138791 w 2712552"/>
                  <a:gd name="connsiteY1" fmla="*/ 66752 h 747131"/>
                  <a:gd name="connsiteX2" fmla="*/ 447642 w 2712552"/>
                  <a:gd name="connsiteY2" fmla="*/ 373460 h 747131"/>
                  <a:gd name="connsiteX3" fmla="*/ 138791 w 2712552"/>
                  <a:gd name="connsiteY3" fmla="*/ 680168 h 747131"/>
                  <a:gd name="connsiteX4" fmla="*/ 0 w 2712552"/>
                  <a:gd name="connsiteY4" fmla="*/ 680168 h 747131"/>
                  <a:gd name="connsiteX5" fmla="*/ 308851 w 2712552"/>
                  <a:gd name="connsiteY5" fmla="*/ 373460 h 747131"/>
                  <a:gd name="connsiteX6" fmla="*/ 2338987 w 2712552"/>
                  <a:gd name="connsiteY6" fmla="*/ 0 h 747131"/>
                  <a:gd name="connsiteX7" fmla="*/ 2712552 w 2712552"/>
                  <a:gd name="connsiteY7" fmla="*/ 373566 h 747131"/>
                  <a:gd name="connsiteX8" fmla="*/ 2338987 w 2712552"/>
                  <a:gd name="connsiteY8" fmla="*/ 747131 h 747131"/>
                  <a:gd name="connsiteX9" fmla="*/ 2338987 w 2712552"/>
                  <a:gd name="connsiteY9" fmla="*/ 680080 h 747131"/>
                  <a:gd name="connsiteX10" fmla="*/ 223821 w 2712552"/>
                  <a:gd name="connsiteY10" fmla="*/ 680080 h 747131"/>
                  <a:gd name="connsiteX11" fmla="*/ 530441 w 2712552"/>
                  <a:gd name="connsiteY11" fmla="*/ 373460 h 747131"/>
                  <a:gd name="connsiteX12" fmla="*/ 224032 w 2712552"/>
                  <a:gd name="connsiteY12" fmla="*/ 67051 h 747131"/>
                  <a:gd name="connsiteX13" fmla="*/ 2338987 w 2712552"/>
                  <a:gd name="connsiteY13" fmla="*/ 67051 h 7471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712552" h="747131">
                    <a:moveTo>
                      <a:pt x="0" y="66752"/>
                    </a:moveTo>
                    <a:lnTo>
                      <a:pt x="138791" y="66752"/>
                    </a:lnTo>
                    <a:lnTo>
                      <a:pt x="447642" y="373460"/>
                    </a:lnTo>
                    <a:lnTo>
                      <a:pt x="138791" y="680168"/>
                    </a:lnTo>
                    <a:lnTo>
                      <a:pt x="0" y="680168"/>
                    </a:lnTo>
                    <a:lnTo>
                      <a:pt x="308851" y="373460"/>
                    </a:lnTo>
                    <a:close/>
                    <a:moveTo>
                      <a:pt x="2338987" y="0"/>
                    </a:moveTo>
                    <a:lnTo>
                      <a:pt x="2712552" y="373566"/>
                    </a:lnTo>
                    <a:lnTo>
                      <a:pt x="2338987" y="747131"/>
                    </a:lnTo>
                    <a:lnTo>
                      <a:pt x="2338987" y="680080"/>
                    </a:lnTo>
                    <a:lnTo>
                      <a:pt x="223821" y="680080"/>
                    </a:lnTo>
                    <a:lnTo>
                      <a:pt x="530441" y="373460"/>
                    </a:lnTo>
                    <a:lnTo>
                      <a:pt x="224032" y="67051"/>
                    </a:lnTo>
                    <a:lnTo>
                      <a:pt x="2338987" y="6705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 anchorCtr="0">
                <a:noAutofit/>
              </a:bodyPr>
              <a:lstStyle/>
              <a:p>
                <a:pPr algn="ctr"/>
                <a:endParaRPr/>
              </a:p>
            </p:txBody>
          </p:sp>
          <p:cxnSp>
            <p:nvCxnSpPr>
              <p:cNvPr id="30" name="line2" descr="1b235f4a-8933-400e-a234-38a541934189">
                <a:extLst>
                  <a:ext uri="{FF2B5EF4-FFF2-40B4-BE49-F238E27FC236}">
                    <a16:creationId xmlns:a16="http://schemas.microsoft.com/office/drawing/2014/main" id="{EEB6C99C-C584-4E04-F081-B94D063E04F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52066" y="3293270"/>
                <a:ext cx="0" cy="2088355"/>
              </a:xfrm>
              <a:prstGeom prst="line">
                <a:avLst/>
              </a:prstGeom>
              <a:ln>
                <a:solidFill>
                  <a:schemeClr val="accent2"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" name="shape2" descr="0454141c-5dc9-4081-b887-9dc39fe46559">
                <a:extLst>
                  <a:ext uri="{FF2B5EF4-FFF2-40B4-BE49-F238E27FC236}">
                    <a16:creationId xmlns:a16="http://schemas.microsoft.com/office/drawing/2014/main" id="{E52B21EC-2ABC-1077-17E7-9A5984BF4449}"/>
                  </a:ext>
                </a:extLst>
              </p:cNvPr>
              <p:cNvSpPr/>
              <p:nvPr/>
            </p:nvSpPr>
            <p:spPr>
              <a:xfrm>
                <a:off x="3381348" y="5381625"/>
                <a:ext cx="141436" cy="141436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/>
                <a:endParaRPr/>
              </a:p>
            </p:txBody>
          </p:sp>
          <p:sp>
            <p:nvSpPr>
              <p:cNvPr id="32" name="Bullet2" descr="a11e78e8-717d-4d50-b24f-a8bb6dad6e58">
                <a:extLst>
                  <a:ext uri="{FF2B5EF4-FFF2-40B4-BE49-F238E27FC236}">
                    <a16:creationId xmlns:a16="http://schemas.microsoft.com/office/drawing/2014/main" id="{9F241779-9729-8BBA-26E7-1A43AD7DA571}"/>
                  </a:ext>
                </a:extLst>
              </p:cNvPr>
              <p:cNvSpPr txBox="1"/>
              <p:nvPr/>
            </p:nvSpPr>
            <p:spPr>
              <a:xfrm>
                <a:off x="3675888" y="3773714"/>
                <a:ext cx="2338795" cy="609600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b" anchorCtr="0">
                <a:normAutofit/>
              </a:bodyPr>
              <a:lstStyle/>
              <a:p>
                <a:pPr algn="l"/>
                <a:r>
                  <a:rPr lang="en-US" sz="1800" b="1" i="0" u="none">
                    <a:solidFill>
                      <a:srgbClr val="000000"/>
                    </a:solidFill>
                    <a:ea typeface="微软雅黑"/>
                  </a:rPr>
                  <a:t>阶段</a:t>
                </a:r>
              </a:p>
            </p:txBody>
          </p:sp>
          <p:sp>
            <p:nvSpPr>
              <p:cNvPr id="33" name="Text2" descr="9869aa60-da1f-4915-a810-e12dca823d05">
                <a:extLst>
                  <a:ext uri="{FF2B5EF4-FFF2-40B4-BE49-F238E27FC236}">
                    <a16:creationId xmlns:a16="http://schemas.microsoft.com/office/drawing/2014/main" id="{730622EE-0F98-DC82-4584-FAB089928768}"/>
                  </a:ext>
                </a:extLst>
              </p:cNvPr>
              <p:cNvSpPr txBox="1"/>
              <p:nvPr/>
            </p:nvSpPr>
            <p:spPr>
              <a:xfrm>
                <a:off x="3675888" y="4383314"/>
                <a:ext cx="2338795" cy="1139747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t" anchorCtr="0">
                <a:norm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000000"/>
                    </a:solidFill>
                    <a:latin typeface="Arial"/>
                  </a:rPr>
                  <a:t>Phase 3 – Final Implementation &amp; Evaluation，最终实施与评估阶段。</a:t>
                </a:r>
              </a:p>
            </p:txBody>
          </p:sp>
          <p:sp>
            <p:nvSpPr>
              <p:cNvPr id="57" name="Number2" descr="3f03b430-8aca-4e8c-a4b2-18ce55ff844d">
                <a:extLst>
                  <a:ext uri="{FF2B5EF4-FFF2-40B4-BE49-F238E27FC236}">
                    <a16:creationId xmlns:a16="http://schemas.microsoft.com/office/drawing/2014/main" id="{5C3FBDE1-1EE9-56E1-4622-EE2A6BAE3534}"/>
                  </a:ext>
                </a:extLst>
              </p:cNvPr>
              <p:cNvSpPr/>
              <p:nvPr/>
            </p:nvSpPr>
            <p:spPr>
              <a:xfrm>
                <a:off x="4336015" y="2436860"/>
                <a:ext cx="1103084" cy="1103084"/>
              </a:xfrm>
              <a:prstGeom prst="ellipse">
                <a:avLst/>
              </a:prstGeom>
              <a:solidFill>
                <a:schemeClr val="accent2"/>
              </a:solidFill>
              <a:ln w="57150">
                <a:solidFill>
                  <a:srgbClr val="FFFF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 anchorCtr="0">
                <a:normAutofit/>
              </a:bodyPr>
              <a:lstStyle/>
              <a:p>
                <a:pPr algn="ctr"/>
                <a:r>
                  <a:rPr lang="en-US" sz="2400" b="1" i="0" u="none">
                    <a:solidFill>
                      <a:srgbClr val="FFFFFF"/>
                    </a:solidFill>
                    <a:latin typeface="Arial"/>
                  </a:rPr>
                  <a:t>02</a:t>
                </a:r>
              </a:p>
            </p:txBody>
          </p:sp>
        </p:grpSp>
        <p:grpSp>
          <p:nvGrpSpPr>
            <p:cNvPr id="62" name="组合 61" descr="8557eb48-007f-4838-9dc4-090e230d3435">
              <a:extLst>
                <a:ext uri="{FF2B5EF4-FFF2-40B4-BE49-F238E27FC236}">
                  <a16:creationId xmlns:a16="http://schemas.microsoft.com/office/drawing/2014/main" id="{FFD614F2-8251-E579-591A-8617C6281B66}"/>
                </a:ext>
              </a:extLst>
            </p:cNvPr>
            <p:cNvGrpSpPr/>
            <p:nvPr/>
          </p:nvGrpSpPr>
          <p:grpSpPr>
            <a:xfrm>
              <a:off x="6014682" y="2436860"/>
              <a:ext cx="2783269" cy="3086201"/>
              <a:chOff x="6014682" y="2436860"/>
              <a:chExt cx="2783269" cy="3086201"/>
            </a:xfrm>
          </p:grpSpPr>
          <p:sp>
            <p:nvSpPr>
              <p:cNvPr id="54" name="ComponentBackground3" descr="4af6dc71-14c1-4935-b481-0645e8cdc462">
                <a:extLst>
                  <a:ext uri="{FF2B5EF4-FFF2-40B4-BE49-F238E27FC236}">
                    <a16:creationId xmlns:a16="http://schemas.microsoft.com/office/drawing/2014/main" id="{81DD626B-2C1A-24BF-D1CB-9744C0D89876}"/>
                  </a:ext>
                </a:extLst>
              </p:cNvPr>
              <p:cNvSpPr/>
              <p:nvPr/>
            </p:nvSpPr>
            <p:spPr>
              <a:xfrm>
                <a:off x="6085399" y="2613102"/>
                <a:ext cx="2712552" cy="747131"/>
              </a:xfrm>
              <a:custGeom>
                <a:avLst/>
                <a:gdLst>
                  <a:gd name="connsiteX0" fmla="*/ 0 w 2712552"/>
                  <a:gd name="connsiteY0" fmla="*/ 66752 h 747131"/>
                  <a:gd name="connsiteX1" fmla="*/ 138791 w 2712552"/>
                  <a:gd name="connsiteY1" fmla="*/ 66752 h 747131"/>
                  <a:gd name="connsiteX2" fmla="*/ 447642 w 2712552"/>
                  <a:gd name="connsiteY2" fmla="*/ 373460 h 747131"/>
                  <a:gd name="connsiteX3" fmla="*/ 138791 w 2712552"/>
                  <a:gd name="connsiteY3" fmla="*/ 680168 h 747131"/>
                  <a:gd name="connsiteX4" fmla="*/ 0 w 2712552"/>
                  <a:gd name="connsiteY4" fmla="*/ 680168 h 747131"/>
                  <a:gd name="connsiteX5" fmla="*/ 308851 w 2712552"/>
                  <a:gd name="connsiteY5" fmla="*/ 373460 h 747131"/>
                  <a:gd name="connsiteX6" fmla="*/ 2338987 w 2712552"/>
                  <a:gd name="connsiteY6" fmla="*/ 0 h 747131"/>
                  <a:gd name="connsiteX7" fmla="*/ 2712552 w 2712552"/>
                  <a:gd name="connsiteY7" fmla="*/ 373566 h 747131"/>
                  <a:gd name="connsiteX8" fmla="*/ 2338987 w 2712552"/>
                  <a:gd name="connsiteY8" fmla="*/ 747131 h 747131"/>
                  <a:gd name="connsiteX9" fmla="*/ 2338987 w 2712552"/>
                  <a:gd name="connsiteY9" fmla="*/ 680080 h 747131"/>
                  <a:gd name="connsiteX10" fmla="*/ 223821 w 2712552"/>
                  <a:gd name="connsiteY10" fmla="*/ 680080 h 747131"/>
                  <a:gd name="connsiteX11" fmla="*/ 530441 w 2712552"/>
                  <a:gd name="connsiteY11" fmla="*/ 373460 h 747131"/>
                  <a:gd name="connsiteX12" fmla="*/ 224032 w 2712552"/>
                  <a:gd name="connsiteY12" fmla="*/ 67051 h 747131"/>
                  <a:gd name="connsiteX13" fmla="*/ 2338987 w 2712552"/>
                  <a:gd name="connsiteY13" fmla="*/ 67051 h 7471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712552" h="747131">
                    <a:moveTo>
                      <a:pt x="0" y="66752"/>
                    </a:moveTo>
                    <a:lnTo>
                      <a:pt x="138791" y="66752"/>
                    </a:lnTo>
                    <a:lnTo>
                      <a:pt x="447642" y="373460"/>
                    </a:lnTo>
                    <a:lnTo>
                      <a:pt x="138791" y="680168"/>
                    </a:lnTo>
                    <a:lnTo>
                      <a:pt x="0" y="680168"/>
                    </a:lnTo>
                    <a:lnTo>
                      <a:pt x="308851" y="373460"/>
                    </a:lnTo>
                    <a:close/>
                    <a:moveTo>
                      <a:pt x="2338987" y="0"/>
                    </a:moveTo>
                    <a:lnTo>
                      <a:pt x="2712552" y="373566"/>
                    </a:lnTo>
                    <a:lnTo>
                      <a:pt x="2338987" y="747131"/>
                    </a:lnTo>
                    <a:lnTo>
                      <a:pt x="2338987" y="680080"/>
                    </a:lnTo>
                    <a:lnTo>
                      <a:pt x="223821" y="680080"/>
                    </a:lnTo>
                    <a:lnTo>
                      <a:pt x="530441" y="373460"/>
                    </a:lnTo>
                    <a:lnTo>
                      <a:pt x="224032" y="67051"/>
                    </a:lnTo>
                    <a:lnTo>
                      <a:pt x="2338987" y="6705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 anchorCtr="0">
                <a:noAutofit/>
              </a:bodyPr>
              <a:lstStyle/>
              <a:p>
                <a:pPr algn="ctr"/>
                <a:endParaRPr/>
              </a:p>
            </p:txBody>
          </p:sp>
          <p:cxnSp>
            <p:nvCxnSpPr>
              <p:cNvPr id="38" name="line3" descr="abf4e885-d22e-40cb-982a-15cdcb8579b3">
                <a:extLst>
                  <a:ext uri="{FF2B5EF4-FFF2-40B4-BE49-F238E27FC236}">
                    <a16:creationId xmlns:a16="http://schemas.microsoft.com/office/drawing/2014/main" id="{9A5326F0-A439-4CD9-CD33-E15C482111A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85400" y="3293270"/>
                <a:ext cx="0" cy="2088355"/>
              </a:xfrm>
              <a:prstGeom prst="line">
                <a:avLst/>
              </a:prstGeom>
              <a:ln>
                <a:solidFill>
                  <a:schemeClr val="accent3"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" name="shape3" descr="3cb6cc08-8725-4bfc-bbb7-38f79e0823d8">
                <a:extLst>
                  <a:ext uri="{FF2B5EF4-FFF2-40B4-BE49-F238E27FC236}">
                    <a16:creationId xmlns:a16="http://schemas.microsoft.com/office/drawing/2014/main" id="{5A54A7A6-4158-D482-B699-38F373C52C0D}"/>
                  </a:ext>
                </a:extLst>
              </p:cNvPr>
              <p:cNvSpPr/>
              <p:nvPr/>
            </p:nvSpPr>
            <p:spPr>
              <a:xfrm>
                <a:off x="6014682" y="5381625"/>
                <a:ext cx="141436" cy="141436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/>
                <a:endParaRPr/>
              </a:p>
            </p:txBody>
          </p:sp>
          <p:sp>
            <p:nvSpPr>
              <p:cNvPr id="40" name="Bullet3" descr="96e8f83f-5fc5-442f-be9f-b62a7546fc3f">
                <a:extLst>
                  <a:ext uri="{FF2B5EF4-FFF2-40B4-BE49-F238E27FC236}">
                    <a16:creationId xmlns:a16="http://schemas.microsoft.com/office/drawing/2014/main" id="{825E487B-E820-369C-49A3-147BAFEB7C1B}"/>
                  </a:ext>
                </a:extLst>
              </p:cNvPr>
              <p:cNvSpPr txBox="1"/>
              <p:nvPr/>
            </p:nvSpPr>
            <p:spPr>
              <a:xfrm>
                <a:off x="6309222" y="3773714"/>
                <a:ext cx="2338795" cy="609600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b" anchorCtr="0">
                <a:normAutofit/>
              </a:bodyPr>
              <a:lstStyle/>
              <a:p>
                <a:pPr algn="l"/>
                <a:r>
                  <a:rPr lang="en-US" sz="1800" b="1" i="0" u="none">
                    <a:solidFill>
                      <a:srgbClr val="000000"/>
                    </a:solidFill>
                    <a:ea typeface="微软雅黑"/>
                  </a:rPr>
                  <a:t>团队成员</a:t>
                </a:r>
              </a:p>
            </p:txBody>
          </p:sp>
          <p:sp>
            <p:nvSpPr>
              <p:cNvPr id="41" name="Text3" descr="0f9cf731-32aa-4a30-8d5d-d286d3b2aa9d">
                <a:extLst>
                  <a:ext uri="{FF2B5EF4-FFF2-40B4-BE49-F238E27FC236}">
                    <a16:creationId xmlns:a16="http://schemas.microsoft.com/office/drawing/2014/main" id="{22F99B6A-4D06-7037-B2F1-1BECAC60265E}"/>
                  </a:ext>
                </a:extLst>
              </p:cNvPr>
              <p:cNvSpPr txBox="1"/>
              <p:nvPr/>
            </p:nvSpPr>
            <p:spPr>
              <a:xfrm>
                <a:off x="6309222" y="4383314"/>
                <a:ext cx="2338795" cy="1139747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t" anchorCtr="0">
                <a:norm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000000"/>
                    </a:solidFill>
                    <a:ea typeface="微软雅黑"/>
                  </a:rPr>
                  <a:t>由多位成员共同完成，发挥各自专长。</a:t>
                </a:r>
              </a:p>
            </p:txBody>
          </p:sp>
          <p:sp>
            <p:nvSpPr>
              <p:cNvPr id="58" name="Number3" descr="105abcf8-94fa-4e7f-96a9-6f4f02947b09">
                <a:extLst>
                  <a:ext uri="{FF2B5EF4-FFF2-40B4-BE49-F238E27FC236}">
                    <a16:creationId xmlns:a16="http://schemas.microsoft.com/office/drawing/2014/main" id="{74F87405-D2A4-BE7F-85BC-D53A57E2F606}"/>
                  </a:ext>
                </a:extLst>
              </p:cNvPr>
              <p:cNvSpPr/>
              <p:nvPr/>
            </p:nvSpPr>
            <p:spPr>
              <a:xfrm>
                <a:off x="6969348" y="2436860"/>
                <a:ext cx="1103084" cy="1103084"/>
              </a:xfrm>
              <a:prstGeom prst="ellipse">
                <a:avLst/>
              </a:prstGeom>
              <a:solidFill>
                <a:schemeClr val="accent3"/>
              </a:solidFill>
              <a:ln w="57150">
                <a:solidFill>
                  <a:srgbClr val="FFFF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 anchorCtr="0">
                <a:normAutofit/>
              </a:bodyPr>
              <a:lstStyle/>
              <a:p>
                <a:pPr algn="ctr"/>
                <a:r>
                  <a:rPr lang="en-US" sz="2400" b="1" i="0" u="none">
                    <a:solidFill>
                      <a:srgbClr val="FFFFFF"/>
                    </a:solidFill>
                    <a:latin typeface="Arial"/>
                  </a:rPr>
                  <a:t>03</a:t>
                </a:r>
              </a:p>
            </p:txBody>
          </p:sp>
        </p:grpSp>
        <p:grpSp>
          <p:nvGrpSpPr>
            <p:cNvPr id="63" name="组合 62" descr="75b623a9-a4cf-4754-9aa9-da1c2e81792d">
              <a:extLst>
                <a:ext uri="{FF2B5EF4-FFF2-40B4-BE49-F238E27FC236}">
                  <a16:creationId xmlns:a16="http://schemas.microsoft.com/office/drawing/2014/main" id="{6CC2239F-90EB-ABD9-90E2-E0D18346A6F1}"/>
                </a:ext>
              </a:extLst>
            </p:cNvPr>
            <p:cNvGrpSpPr/>
            <p:nvPr/>
          </p:nvGrpSpPr>
          <p:grpSpPr>
            <a:xfrm>
              <a:off x="8648016" y="2436860"/>
              <a:ext cx="2783269" cy="3086201"/>
              <a:chOff x="8648016" y="2436860"/>
              <a:chExt cx="2783269" cy="3086201"/>
            </a:xfrm>
          </p:grpSpPr>
          <p:sp>
            <p:nvSpPr>
              <p:cNvPr id="55" name="ComponentBackground4" descr="a231a2f3-0c0b-4177-bd56-8170c760c63b">
                <a:extLst>
                  <a:ext uri="{FF2B5EF4-FFF2-40B4-BE49-F238E27FC236}">
                    <a16:creationId xmlns:a16="http://schemas.microsoft.com/office/drawing/2014/main" id="{B9C3BE0F-D4D5-F785-4C9D-CD71DCAE9B37}"/>
                  </a:ext>
                </a:extLst>
              </p:cNvPr>
              <p:cNvSpPr/>
              <p:nvPr/>
            </p:nvSpPr>
            <p:spPr>
              <a:xfrm>
                <a:off x="8718733" y="2613102"/>
                <a:ext cx="2712552" cy="747131"/>
              </a:xfrm>
              <a:custGeom>
                <a:avLst/>
                <a:gdLst>
                  <a:gd name="connsiteX0" fmla="*/ 0 w 2712552"/>
                  <a:gd name="connsiteY0" fmla="*/ 66752 h 747131"/>
                  <a:gd name="connsiteX1" fmla="*/ 138791 w 2712552"/>
                  <a:gd name="connsiteY1" fmla="*/ 66752 h 747131"/>
                  <a:gd name="connsiteX2" fmla="*/ 447642 w 2712552"/>
                  <a:gd name="connsiteY2" fmla="*/ 373460 h 747131"/>
                  <a:gd name="connsiteX3" fmla="*/ 138791 w 2712552"/>
                  <a:gd name="connsiteY3" fmla="*/ 680168 h 747131"/>
                  <a:gd name="connsiteX4" fmla="*/ 0 w 2712552"/>
                  <a:gd name="connsiteY4" fmla="*/ 680168 h 747131"/>
                  <a:gd name="connsiteX5" fmla="*/ 308851 w 2712552"/>
                  <a:gd name="connsiteY5" fmla="*/ 373460 h 747131"/>
                  <a:gd name="connsiteX6" fmla="*/ 2338987 w 2712552"/>
                  <a:gd name="connsiteY6" fmla="*/ 0 h 747131"/>
                  <a:gd name="connsiteX7" fmla="*/ 2712552 w 2712552"/>
                  <a:gd name="connsiteY7" fmla="*/ 373566 h 747131"/>
                  <a:gd name="connsiteX8" fmla="*/ 2338987 w 2712552"/>
                  <a:gd name="connsiteY8" fmla="*/ 747131 h 747131"/>
                  <a:gd name="connsiteX9" fmla="*/ 2338987 w 2712552"/>
                  <a:gd name="connsiteY9" fmla="*/ 680080 h 747131"/>
                  <a:gd name="connsiteX10" fmla="*/ 223821 w 2712552"/>
                  <a:gd name="connsiteY10" fmla="*/ 680080 h 747131"/>
                  <a:gd name="connsiteX11" fmla="*/ 530441 w 2712552"/>
                  <a:gd name="connsiteY11" fmla="*/ 373460 h 747131"/>
                  <a:gd name="connsiteX12" fmla="*/ 224032 w 2712552"/>
                  <a:gd name="connsiteY12" fmla="*/ 67051 h 747131"/>
                  <a:gd name="connsiteX13" fmla="*/ 2338987 w 2712552"/>
                  <a:gd name="connsiteY13" fmla="*/ 67051 h 7471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712552" h="747131">
                    <a:moveTo>
                      <a:pt x="0" y="66752"/>
                    </a:moveTo>
                    <a:lnTo>
                      <a:pt x="138791" y="66752"/>
                    </a:lnTo>
                    <a:lnTo>
                      <a:pt x="447642" y="373460"/>
                    </a:lnTo>
                    <a:lnTo>
                      <a:pt x="138791" y="680168"/>
                    </a:lnTo>
                    <a:lnTo>
                      <a:pt x="0" y="680168"/>
                    </a:lnTo>
                    <a:lnTo>
                      <a:pt x="308851" y="373460"/>
                    </a:lnTo>
                    <a:close/>
                    <a:moveTo>
                      <a:pt x="2338987" y="0"/>
                    </a:moveTo>
                    <a:lnTo>
                      <a:pt x="2712552" y="373566"/>
                    </a:lnTo>
                    <a:lnTo>
                      <a:pt x="2338987" y="747131"/>
                    </a:lnTo>
                    <a:lnTo>
                      <a:pt x="2338987" y="680080"/>
                    </a:lnTo>
                    <a:lnTo>
                      <a:pt x="223821" y="680080"/>
                    </a:lnTo>
                    <a:lnTo>
                      <a:pt x="530441" y="373460"/>
                    </a:lnTo>
                    <a:lnTo>
                      <a:pt x="224032" y="67051"/>
                    </a:lnTo>
                    <a:lnTo>
                      <a:pt x="2338987" y="6705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 anchorCtr="0">
                <a:noAutofit/>
              </a:bodyPr>
              <a:lstStyle/>
              <a:p>
                <a:pPr algn="ctr"/>
                <a:endParaRPr/>
              </a:p>
            </p:txBody>
          </p:sp>
          <p:cxnSp>
            <p:nvCxnSpPr>
              <p:cNvPr id="46" name="line4" descr="397ace97-b54f-431e-bb1e-83f12dcdc6db">
                <a:extLst>
                  <a:ext uri="{FF2B5EF4-FFF2-40B4-BE49-F238E27FC236}">
                    <a16:creationId xmlns:a16="http://schemas.microsoft.com/office/drawing/2014/main" id="{65C9343E-FBD8-3660-48D5-1A0830ACFCE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718734" y="3293270"/>
                <a:ext cx="0" cy="2088355"/>
              </a:xfrm>
              <a:prstGeom prst="line">
                <a:avLst/>
              </a:prstGeom>
              <a:ln>
                <a:solidFill>
                  <a:schemeClr val="accent4"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7" name="shape4" descr="d34fbec7-dcba-4336-979e-fa954c0de5b6">
                <a:extLst>
                  <a:ext uri="{FF2B5EF4-FFF2-40B4-BE49-F238E27FC236}">
                    <a16:creationId xmlns:a16="http://schemas.microsoft.com/office/drawing/2014/main" id="{B7275875-D28F-9211-AD3F-508F778598AC}"/>
                  </a:ext>
                </a:extLst>
              </p:cNvPr>
              <p:cNvSpPr/>
              <p:nvPr/>
            </p:nvSpPr>
            <p:spPr>
              <a:xfrm>
                <a:off x="8648016" y="5381625"/>
                <a:ext cx="141436" cy="141436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/>
                <a:endParaRPr/>
              </a:p>
            </p:txBody>
          </p:sp>
          <p:sp>
            <p:nvSpPr>
              <p:cNvPr id="48" name="Bullet4" descr="aa61a001-98f2-4018-8ac5-e3d741c2c3ac">
                <a:extLst>
                  <a:ext uri="{FF2B5EF4-FFF2-40B4-BE49-F238E27FC236}">
                    <a16:creationId xmlns:a16="http://schemas.microsoft.com/office/drawing/2014/main" id="{69D0DD9C-943F-A908-D400-9D5D3AD47D12}"/>
                  </a:ext>
                </a:extLst>
              </p:cNvPr>
              <p:cNvSpPr txBox="1"/>
              <p:nvPr/>
            </p:nvSpPr>
            <p:spPr>
              <a:xfrm>
                <a:off x="8942556" y="3773714"/>
                <a:ext cx="2338795" cy="609600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b" anchorCtr="0">
                <a:normAutofit/>
              </a:bodyPr>
              <a:lstStyle/>
              <a:p>
                <a:pPr algn="l"/>
                <a:r>
                  <a:rPr lang="en-US" sz="1800" b="1" i="0" u="none">
                    <a:solidFill>
                      <a:srgbClr val="000000"/>
                    </a:solidFill>
                    <a:ea typeface="微软雅黑"/>
                  </a:rPr>
                  <a:t>课程与日期</a:t>
                </a:r>
              </a:p>
            </p:txBody>
          </p:sp>
          <p:sp>
            <p:nvSpPr>
              <p:cNvPr id="49" name="Text4" descr="734f82ad-3d57-4908-88c7-833c2b2ef08c">
                <a:extLst>
                  <a:ext uri="{FF2B5EF4-FFF2-40B4-BE49-F238E27FC236}">
                    <a16:creationId xmlns:a16="http://schemas.microsoft.com/office/drawing/2014/main" id="{F7A9DD58-6503-93BD-9A2D-2D5F27A1B2D3}"/>
                  </a:ext>
                </a:extLst>
              </p:cNvPr>
              <p:cNvSpPr txBox="1"/>
              <p:nvPr/>
            </p:nvSpPr>
            <p:spPr>
              <a:xfrm>
                <a:off x="8942556" y="4383314"/>
                <a:ext cx="2338795" cy="1139747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t" anchorCtr="0">
                <a:norm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000000"/>
                    </a:solidFill>
                    <a:ea typeface="微软雅黑"/>
                  </a:rPr>
                  <a:t>明确课程名称、教师及展示日期。</a:t>
                </a:r>
              </a:p>
            </p:txBody>
          </p:sp>
          <p:sp>
            <p:nvSpPr>
              <p:cNvPr id="59" name="Number4" descr="89b7b616-9fe6-47ec-9992-1f5103e90dd6">
                <a:extLst>
                  <a:ext uri="{FF2B5EF4-FFF2-40B4-BE49-F238E27FC236}">
                    <a16:creationId xmlns:a16="http://schemas.microsoft.com/office/drawing/2014/main" id="{CE99E86F-64EA-138F-4251-D4279E71340C}"/>
                  </a:ext>
                </a:extLst>
              </p:cNvPr>
              <p:cNvSpPr/>
              <p:nvPr/>
            </p:nvSpPr>
            <p:spPr>
              <a:xfrm>
                <a:off x="9681898" y="2436860"/>
                <a:ext cx="1103084" cy="1103084"/>
              </a:xfrm>
              <a:prstGeom prst="ellipse">
                <a:avLst/>
              </a:prstGeom>
              <a:solidFill>
                <a:schemeClr val="accent4"/>
              </a:solidFill>
              <a:ln w="57150">
                <a:solidFill>
                  <a:srgbClr val="FFFF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 anchorCtr="0">
                <a:normAutofit/>
              </a:bodyPr>
              <a:lstStyle/>
              <a:p>
                <a:pPr algn="ctr"/>
                <a:r>
                  <a:rPr lang="en-US" sz="2400" b="1" i="0" u="none">
                    <a:solidFill>
                      <a:srgbClr val="FFFFFF"/>
                    </a:solidFill>
                    <a:latin typeface="Arial"/>
                  </a:rPr>
                  <a:t>04</a:t>
                </a:r>
              </a:p>
            </p:txBody>
          </p:sp>
        </p:grpSp>
      </p:grpSp>
      <p:sp>
        <p:nvSpPr>
          <p:cNvPr id="2" name="标题 1" descr="0726fe45-b043-4457-813b-c150326fe0f6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000000"/>
                </a:solidFill>
                <a:ea typeface="微软雅黑"/>
              </a:rPr>
              <a:t>封面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053b382b-d576-4345-8c22-6d3bb32dc338.source.5.zh-Hans.pptx" descr="b3f1cfa8-fab1-413c-b928-be7fd1522c4f">
            <a:extLst>
              <a:ext uri="{FF2B5EF4-FFF2-40B4-BE49-F238E27FC236}">
                <a16:creationId xmlns:a16="http://schemas.microsoft.com/office/drawing/2014/main" id="{E5A4C5D7-4A03-2A1A-270F-B8CA41C1295A}"/>
              </a:ext>
            </a:extLst>
          </p:cNvPr>
          <p:cNvGrpSpPr/>
          <p:nvPr/>
        </p:nvGrpSpPr>
        <p:grpSpPr>
          <a:xfrm>
            <a:off x="660400" y="1130300"/>
            <a:ext cx="10858500" cy="5003800"/>
            <a:chOff x="660400" y="1130300"/>
            <a:chExt cx="10858500" cy="5003800"/>
          </a:xfrm>
        </p:grpSpPr>
        <p:sp>
          <p:nvSpPr>
            <p:cNvPr id="4" name="Title" descr="1f3950a3-c515-45d9-9cdd-505bc3dc94e3">
              <a:extLst>
                <a:ext uri="{FF2B5EF4-FFF2-40B4-BE49-F238E27FC236}">
                  <a16:creationId xmlns:a16="http://schemas.microsoft.com/office/drawing/2014/main" id="{19739135-F408-053E-C4BF-F3FBB192D4AA}"/>
                </a:ext>
              </a:extLst>
            </p:cNvPr>
            <p:cNvSpPr txBox="1"/>
            <p:nvPr/>
          </p:nvSpPr>
          <p:spPr>
            <a:xfrm>
              <a:off x="660400" y="1130300"/>
              <a:ext cx="10858500" cy="776572"/>
            </a:xfrm>
            <a:prstGeom prst="rect">
              <a:avLst/>
            </a:prstGeom>
            <a:noFill/>
          </p:spPr>
          <p:txBody>
            <a:bodyPr vert="horz" wrap="square" rtlCol="0" anchor="ctr" anchorCtr="0">
              <a:normAutofit/>
            </a:bodyPr>
            <a:lstStyle/>
            <a:p>
              <a:pPr algn="ctr"/>
              <a:r>
                <a:rPr lang="en-US" sz="2400" b="1" i="0" u="none">
                  <a:solidFill>
                    <a:srgbClr val="000000"/>
                  </a:solidFill>
                  <a:ea typeface="微软雅黑"/>
                </a:rPr>
                <a:t>说明本阶段完成的任务</a:t>
              </a:r>
            </a:p>
          </p:txBody>
        </p:sp>
        <p:grpSp>
          <p:nvGrpSpPr>
            <p:cNvPr id="43" name="组合 42" descr="0aaf1a07-f8e3-406c-9fdf-0d5f2751f223">
              <a:extLst>
                <a:ext uri="{FF2B5EF4-FFF2-40B4-BE49-F238E27FC236}">
                  <a16:creationId xmlns:a16="http://schemas.microsoft.com/office/drawing/2014/main" id="{D235AC5B-EA33-23EF-E3BE-9D3C871F4431}"/>
                </a:ext>
              </a:extLst>
            </p:cNvPr>
            <p:cNvGrpSpPr/>
            <p:nvPr/>
          </p:nvGrpSpPr>
          <p:grpSpPr>
            <a:xfrm>
              <a:off x="660400" y="2311400"/>
              <a:ext cx="3289300" cy="1816100"/>
              <a:chOff x="660400" y="2311400"/>
              <a:chExt cx="3289300" cy="1816100"/>
            </a:xfrm>
          </p:grpSpPr>
          <p:sp>
            <p:nvSpPr>
              <p:cNvPr id="3" name="Bullet1" descr="3ee6e2af-f4c7-42d2-9342-b68ab834e1b8">
                <a:extLst>
                  <a:ext uri="{FF2B5EF4-FFF2-40B4-BE49-F238E27FC236}">
                    <a16:creationId xmlns:a16="http://schemas.microsoft.com/office/drawing/2014/main" id="{0C527894-C74E-7474-0B71-514FEF79FB57}"/>
                  </a:ext>
                </a:extLst>
              </p:cNvPr>
              <p:cNvSpPr/>
              <p:nvPr/>
            </p:nvSpPr>
            <p:spPr>
              <a:xfrm>
                <a:off x="1339850" y="2311400"/>
                <a:ext cx="2609850" cy="571500"/>
              </a:xfrm>
              <a:prstGeom prst="snip2DiagRect">
                <a:avLst/>
              </a:prstGeom>
              <a:noFill/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l"/>
                <a:r>
                  <a:rPr lang="en-US" sz="1800" b="1" i="0" u="none" dirty="0" err="1">
                    <a:solidFill>
                      <a:srgbClr val="000000"/>
                    </a:solidFill>
                    <a:ea typeface="微软雅黑"/>
                  </a:rPr>
                  <a:t>开发APK</a:t>
                </a:r>
                <a:endParaRPr lang="en-US" sz="1800" b="1" i="0" u="none" dirty="0">
                  <a:solidFill>
                    <a:srgbClr val="000000"/>
                  </a:solidFill>
                  <a:ea typeface="微软雅黑"/>
                </a:endParaRPr>
              </a:p>
            </p:txBody>
          </p:sp>
          <p:sp>
            <p:nvSpPr>
              <p:cNvPr id="9" name="Number1" descr="7d59cc06-c764-4e9d-a684-399655f1aad0">
                <a:extLst>
                  <a:ext uri="{FF2B5EF4-FFF2-40B4-BE49-F238E27FC236}">
                    <a16:creationId xmlns:a16="http://schemas.microsoft.com/office/drawing/2014/main" id="{C86DA3E7-CF3A-033E-3C64-D1EAB6E011B3}"/>
                  </a:ext>
                </a:extLst>
              </p:cNvPr>
              <p:cNvSpPr/>
              <p:nvPr/>
            </p:nvSpPr>
            <p:spPr>
              <a:xfrm>
                <a:off x="660400" y="2311400"/>
                <a:ext cx="571500" cy="571500"/>
              </a:xfrm>
              <a:prstGeom prst="snip2DiagRect">
                <a:avLst/>
              </a:prstGeom>
              <a:noFill/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/>
                <a:r>
                  <a:rPr lang="en-US" sz="3200" b="1" i="0" u="none">
                    <a:solidFill>
                      <a:srgbClr val="000000"/>
                    </a:solidFill>
                    <a:latin typeface="Arial"/>
                  </a:rPr>
                  <a:t>1</a:t>
                </a:r>
              </a:p>
            </p:txBody>
          </p:sp>
          <p:sp>
            <p:nvSpPr>
              <p:cNvPr id="17" name="Text1" descr="31e590e7-713b-418c-b999-bf3d019bf7a4">
                <a:extLst>
                  <a:ext uri="{FF2B5EF4-FFF2-40B4-BE49-F238E27FC236}">
                    <a16:creationId xmlns:a16="http://schemas.microsoft.com/office/drawing/2014/main" id="{42A68ECB-8ECE-213E-D0A4-5693DD8878EF}"/>
                  </a:ext>
                </a:extLst>
              </p:cNvPr>
              <p:cNvSpPr/>
              <p:nvPr/>
            </p:nvSpPr>
            <p:spPr>
              <a:xfrm>
                <a:off x="660400" y="2971800"/>
                <a:ext cx="3289300" cy="11557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000000"/>
                    </a:solidFill>
                    <a:ea typeface="微软雅黑"/>
                  </a:rPr>
                  <a:t>成功开发出可运行的Android APK，实现产品落地。</a:t>
                </a:r>
              </a:p>
            </p:txBody>
          </p:sp>
        </p:grpSp>
        <p:grpSp>
          <p:nvGrpSpPr>
            <p:cNvPr id="44" name="组合 43" descr="c2f5b1f9-9545-484e-a939-7fe66234c5af">
              <a:extLst>
                <a:ext uri="{FF2B5EF4-FFF2-40B4-BE49-F238E27FC236}">
                  <a16:creationId xmlns:a16="http://schemas.microsoft.com/office/drawing/2014/main" id="{BDE1AD5F-6A50-3AD1-EA8B-43C941E5F4F9}"/>
                </a:ext>
              </a:extLst>
            </p:cNvPr>
            <p:cNvGrpSpPr/>
            <p:nvPr/>
          </p:nvGrpSpPr>
          <p:grpSpPr>
            <a:xfrm>
              <a:off x="4445000" y="2311400"/>
              <a:ext cx="3289300" cy="1816100"/>
              <a:chOff x="4445000" y="2311400"/>
              <a:chExt cx="3289300" cy="1816100"/>
            </a:xfrm>
          </p:grpSpPr>
          <p:sp>
            <p:nvSpPr>
              <p:cNvPr id="24" name="Bullet2" descr="2559faaa-1924-4e11-9682-a743ebbaba91">
                <a:extLst>
                  <a:ext uri="{FF2B5EF4-FFF2-40B4-BE49-F238E27FC236}">
                    <a16:creationId xmlns:a16="http://schemas.microsoft.com/office/drawing/2014/main" id="{CF1F2E76-5EF0-2EB5-0C73-48E5EBB9E6DE}"/>
                  </a:ext>
                </a:extLst>
              </p:cNvPr>
              <p:cNvSpPr/>
              <p:nvPr/>
            </p:nvSpPr>
            <p:spPr>
              <a:xfrm>
                <a:off x="5124450" y="2311400"/>
                <a:ext cx="2609850" cy="571500"/>
              </a:xfrm>
              <a:prstGeom prst="snip2DiagRect">
                <a:avLst/>
              </a:prstGeom>
              <a:noFill/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l"/>
                <a:r>
                  <a:rPr lang="en-US" sz="1800" b="1" i="0" u="none">
                    <a:solidFill>
                      <a:srgbClr val="000000"/>
                    </a:solidFill>
                    <a:ea typeface="微软雅黑"/>
                  </a:rPr>
                  <a:t>功能实现</a:t>
                </a:r>
              </a:p>
            </p:txBody>
          </p:sp>
          <p:sp>
            <p:nvSpPr>
              <p:cNvPr id="25" name="Number2" descr="794aa0d8-f17c-4096-af55-f3ff2e1f742f">
                <a:extLst>
                  <a:ext uri="{FF2B5EF4-FFF2-40B4-BE49-F238E27FC236}">
                    <a16:creationId xmlns:a16="http://schemas.microsoft.com/office/drawing/2014/main" id="{929D1A5F-E9DA-316E-255A-5FEDCDF9F525}"/>
                  </a:ext>
                </a:extLst>
              </p:cNvPr>
              <p:cNvSpPr/>
              <p:nvPr/>
            </p:nvSpPr>
            <p:spPr>
              <a:xfrm>
                <a:off x="4445000" y="2311400"/>
                <a:ext cx="571500" cy="571500"/>
              </a:xfrm>
              <a:prstGeom prst="snip2DiagRect">
                <a:avLst/>
              </a:prstGeom>
              <a:noFill/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/>
                <a:r>
                  <a:rPr lang="en-US" sz="3200" b="1" i="0" u="none">
                    <a:solidFill>
                      <a:srgbClr val="000000"/>
                    </a:solidFill>
                    <a:latin typeface="Arial"/>
                  </a:rPr>
                  <a:t>2</a:t>
                </a:r>
              </a:p>
            </p:txBody>
          </p:sp>
          <p:sp>
            <p:nvSpPr>
              <p:cNvPr id="23" name="Text2" descr="e492e974-4faf-48a4-984c-2b06c46e3e45">
                <a:extLst>
                  <a:ext uri="{FF2B5EF4-FFF2-40B4-BE49-F238E27FC236}">
                    <a16:creationId xmlns:a16="http://schemas.microsoft.com/office/drawing/2014/main" id="{1B000DFC-AAD0-81CE-739B-2890C7C1F9DC}"/>
                  </a:ext>
                </a:extLst>
              </p:cNvPr>
              <p:cNvSpPr/>
              <p:nvPr/>
            </p:nvSpPr>
            <p:spPr>
              <a:xfrm>
                <a:off x="4445000" y="2971800"/>
                <a:ext cx="3289300" cy="11557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000000"/>
                    </a:solidFill>
                    <a:ea typeface="微软雅黑"/>
                  </a:rPr>
                  <a:t>完成主要功能的完整实现，保障App可用性。</a:t>
                </a:r>
              </a:p>
            </p:txBody>
          </p:sp>
        </p:grpSp>
        <p:grpSp>
          <p:nvGrpSpPr>
            <p:cNvPr id="45" name="组合 44" descr="dddf4ae1-57c5-42a4-afe2-bd7d770b2b95">
              <a:extLst>
                <a:ext uri="{FF2B5EF4-FFF2-40B4-BE49-F238E27FC236}">
                  <a16:creationId xmlns:a16="http://schemas.microsoft.com/office/drawing/2014/main" id="{45BF6975-21EF-FAA9-22C8-4B96DB49F0B3}"/>
                </a:ext>
              </a:extLst>
            </p:cNvPr>
            <p:cNvGrpSpPr/>
            <p:nvPr/>
          </p:nvGrpSpPr>
          <p:grpSpPr>
            <a:xfrm>
              <a:off x="8229600" y="2311400"/>
              <a:ext cx="3289300" cy="1816100"/>
              <a:chOff x="8229600" y="2311400"/>
              <a:chExt cx="3289300" cy="1816100"/>
            </a:xfrm>
          </p:grpSpPr>
          <p:sp>
            <p:nvSpPr>
              <p:cNvPr id="29" name="Bullet3" descr="09b6b6b8-1acd-4d16-8d58-eaf0a042347a">
                <a:extLst>
                  <a:ext uri="{FF2B5EF4-FFF2-40B4-BE49-F238E27FC236}">
                    <a16:creationId xmlns:a16="http://schemas.microsoft.com/office/drawing/2014/main" id="{BB5CC54A-6D30-A30B-1FFB-0A92149380B9}"/>
                  </a:ext>
                </a:extLst>
              </p:cNvPr>
              <p:cNvSpPr/>
              <p:nvPr/>
            </p:nvSpPr>
            <p:spPr>
              <a:xfrm>
                <a:off x="8909050" y="2311400"/>
                <a:ext cx="2609850" cy="571500"/>
              </a:xfrm>
              <a:prstGeom prst="snip2DiagRect">
                <a:avLst/>
              </a:prstGeom>
              <a:noFill/>
              <a:ln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l"/>
                <a:r>
                  <a:rPr lang="en-US" sz="1800" b="1" i="0" u="none">
                    <a:solidFill>
                      <a:srgbClr val="000000"/>
                    </a:solidFill>
                    <a:ea typeface="微软雅黑"/>
                  </a:rPr>
                  <a:t>系统测试</a:t>
                </a:r>
              </a:p>
            </p:txBody>
          </p:sp>
          <p:sp>
            <p:nvSpPr>
              <p:cNvPr id="30" name="Number3" descr="526e4b04-8901-4c99-bfea-1bd59a7da09e">
                <a:extLst>
                  <a:ext uri="{FF2B5EF4-FFF2-40B4-BE49-F238E27FC236}">
                    <a16:creationId xmlns:a16="http://schemas.microsoft.com/office/drawing/2014/main" id="{120B0819-2EA2-0C50-7CA1-6396D3DDC14A}"/>
                  </a:ext>
                </a:extLst>
              </p:cNvPr>
              <p:cNvSpPr/>
              <p:nvPr/>
            </p:nvSpPr>
            <p:spPr>
              <a:xfrm>
                <a:off x="8229600" y="2311400"/>
                <a:ext cx="571500" cy="571500"/>
              </a:xfrm>
              <a:prstGeom prst="snip2DiagRect">
                <a:avLst/>
              </a:prstGeom>
              <a:noFill/>
              <a:ln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/>
                <a:r>
                  <a:rPr lang="en-US" sz="3200" b="1" i="0" u="none">
                    <a:solidFill>
                      <a:srgbClr val="000000"/>
                    </a:solidFill>
                    <a:latin typeface="Arial"/>
                  </a:rPr>
                  <a:t>3</a:t>
                </a:r>
              </a:p>
            </p:txBody>
          </p:sp>
          <p:sp>
            <p:nvSpPr>
              <p:cNvPr id="28" name="Text3" descr="bb7b3ff6-17d7-47d9-8a6f-3527a4b285b6">
                <a:extLst>
                  <a:ext uri="{FF2B5EF4-FFF2-40B4-BE49-F238E27FC236}">
                    <a16:creationId xmlns:a16="http://schemas.microsoft.com/office/drawing/2014/main" id="{0E23277D-9FD7-98D1-D00A-F64F1815F528}"/>
                  </a:ext>
                </a:extLst>
              </p:cNvPr>
              <p:cNvSpPr/>
              <p:nvPr/>
            </p:nvSpPr>
            <p:spPr>
              <a:xfrm>
                <a:off x="8229600" y="2971800"/>
                <a:ext cx="3289300" cy="11557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000000"/>
                    </a:solidFill>
                    <a:ea typeface="微软雅黑"/>
                  </a:rPr>
                  <a:t>使用第三方云平台进行系统测试，确保质量。</a:t>
                </a:r>
              </a:p>
            </p:txBody>
          </p:sp>
        </p:grpSp>
        <p:grpSp>
          <p:nvGrpSpPr>
            <p:cNvPr id="46" name="组合 45" descr="e8af809b-2534-4962-bb06-fcb81e8ca6e0">
              <a:extLst>
                <a:ext uri="{FF2B5EF4-FFF2-40B4-BE49-F238E27FC236}">
                  <a16:creationId xmlns:a16="http://schemas.microsoft.com/office/drawing/2014/main" id="{7B26ACD9-517E-58CC-9CBA-3B09F55277EB}"/>
                </a:ext>
              </a:extLst>
            </p:cNvPr>
            <p:cNvGrpSpPr/>
            <p:nvPr/>
          </p:nvGrpSpPr>
          <p:grpSpPr>
            <a:xfrm>
              <a:off x="2552700" y="4318000"/>
              <a:ext cx="3289300" cy="1816100"/>
              <a:chOff x="2552700" y="4318000"/>
              <a:chExt cx="3289300" cy="1816100"/>
            </a:xfrm>
          </p:grpSpPr>
          <p:sp>
            <p:nvSpPr>
              <p:cNvPr id="34" name="Bullet4" descr="13d26fed-fc46-4df5-b52a-924a6d1d0397">
                <a:extLst>
                  <a:ext uri="{FF2B5EF4-FFF2-40B4-BE49-F238E27FC236}">
                    <a16:creationId xmlns:a16="http://schemas.microsoft.com/office/drawing/2014/main" id="{75E99921-6562-28A4-95EE-DE74E9329010}"/>
                  </a:ext>
                </a:extLst>
              </p:cNvPr>
              <p:cNvSpPr/>
              <p:nvPr/>
            </p:nvSpPr>
            <p:spPr>
              <a:xfrm>
                <a:off x="3232150" y="4318000"/>
                <a:ext cx="2609850" cy="571500"/>
              </a:xfrm>
              <a:prstGeom prst="snip2DiagRect">
                <a:avLst/>
              </a:prstGeom>
              <a:noFill/>
              <a:ln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l"/>
                <a:r>
                  <a:rPr lang="en-US" sz="1800" b="1" i="0" u="none">
                    <a:solidFill>
                      <a:srgbClr val="000000"/>
                    </a:solidFill>
                    <a:ea typeface="微软雅黑"/>
                  </a:rPr>
                  <a:t>用户体验</a:t>
                </a:r>
              </a:p>
            </p:txBody>
          </p:sp>
          <p:sp>
            <p:nvSpPr>
              <p:cNvPr id="35" name="Number4" descr="cc24a220-6d22-41ee-ae93-60424dc3f3e5">
                <a:extLst>
                  <a:ext uri="{FF2B5EF4-FFF2-40B4-BE49-F238E27FC236}">
                    <a16:creationId xmlns:a16="http://schemas.microsoft.com/office/drawing/2014/main" id="{F5B41066-9ED0-4726-D8EC-F27168ADEA7A}"/>
                  </a:ext>
                </a:extLst>
              </p:cNvPr>
              <p:cNvSpPr/>
              <p:nvPr/>
            </p:nvSpPr>
            <p:spPr>
              <a:xfrm>
                <a:off x="2552700" y="4318000"/>
                <a:ext cx="571500" cy="571500"/>
              </a:xfrm>
              <a:prstGeom prst="snip2DiagRect">
                <a:avLst/>
              </a:prstGeom>
              <a:noFill/>
              <a:ln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/>
                <a:r>
                  <a:rPr lang="en-US" sz="3200" b="1" i="0" u="none">
                    <a:solidFill>
                      <a:srgbClr val="000000"/>
                    </a:solidFill>
                    <a:latin typeface="Arial"/>
                  </a:rPr>
                  <a:t>4</a:t>
                </a:r>
              </a:p>
            </p:txBody>
          </p:sp>
          <p:sp>
            <p:nvSpPr>
              <p:cNvPr id="33" name="Text4" descr="2723f7b9-5c43-4463-a2f6-a07f3208ea7a">
                <a:extLst>
                  <a:ext uri="{FF2B5EF4-FFF2-40B4-BE49-F238E27FC236}">
                    <a16:creationId xmlns:a16="http://schemas.microsoft.com/office/drawing/2014/main" id="{E4E87F68-920E-F2B9-D091-E1E1D605C261}"/>
                  </a:ext>
                </a:extLst>
              </p:cNvPr>
              <p:cNvSpPr/>
              <p:nvPr/>
            </p:nvSpPr>
            <p:spPr>
              <a:xfrm>
                <a:off x="2552700" y="4978400"/>
                <a:ext cx="3289300" cy="11557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000000"/>
                    </a:solidFill>
                    <a:ea typeface="微软雅黑"/>
                  </a:rPr>
                  <a:t>组织真实用户体验并收集反馈，以优化产品。</a:t>
                </a:r>
              </a:p>
            </p:txBody>
          </p:sp>
        </p:grpSp>
        <p:grpSp>
          <p:nvGrpSpPr>
            <p:cNvPr id="47" name="组合 46" descr="2bd81d11-9a9d-400e-a897-914b831d4af1">
              <a:extLst>
                <a:ext uri="{FF2B5EF4-FFF2-40B4-BE49-F238E27FC236}">
                  <a16:creationId xmlns:a16="http://schemas.microsoft.com/office/drawing/2014/main" id="{D63BAAC2-3239-8867-118C-D041F6B6C28A}"/>
                </a:ext>
              </a:extLst>
            </p:cNvPr>
            <p:cNvGrpSpPr/>
            <p:nvPr/>
          </p:nvGrpSpPr>
          <p:grpSpPr>
            <a:xfrm>
              <a:off x="6337300" y="4318000"/>
              <a:ext cx="3289300" cy="1816100"/>
              <a:chOff x="6337300" y="4318000"/>
              <a:chExt cx="3289300" cy="1816100"/>
            </a:xfrm>
          </p:grpSpPr>
          <p:sp>
            <p:nvSpPr>
              <p:cNvPr id="39" name="Bullet5" descr="2a368904-51dd-49aa-b523-9a7e755912ff">
                <a:extLst>
                  <a:ext uri="{FF2B5EF4-FFF2-40B4-BE49-F238E27FC236}">
                    <a16:creationId xmlns:a16="http://schemas.microsoft.com/office/drawing/2014/main" id="{F41294F4-167F-CE6B-8549-DF4253F35353}"/>
                  </a:ext>
                </a:extLst>
              </p:cNvPr>
              <p:cNvSpPr/>
              <p:nvPr/>
            </p:nvSpPr>
            <p:spPr>
              <a:xfrm>
                <a:off x="7016750" y="4318000"/>
                <a:ext cx="2609850" cy="571500"/>
              </a:xfrm>
              <a:prstGeom prst="snip2DiagRect">
                <a:avLst/>
              </a:prstGeom>
              <a:noFill/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l"/>
                <a:r>
                  <a:rPr lang="en-US" sz="1800" b="1" i="0" u="none">
                    <a:solidFill>
                      <a:srgbClr val="000000"/>
                    </a:solidFill>
                    <a:ea typeface="微软雅黑"/>
                  </a:rPr>
                  <a:t>报告输出</a:t>
                </a:r>
              </a:p>
            </p:txBody>
          </p:sp>
          <p:sp>
            <p:nvSpPr>
              <p:cNvPr id="40" name="Number5" descr="0e967267-dd78-40e9-8535-8e69a909aacc">
                <a:extLst>
                  <a:ext uri="{FF2B5EF4-FFF2-40B4-BE49-F238E27FC236}">
                    <a16:creationId xmlns:a16="http://schemas.microsoft.com/office/drawing/2014/main" id="{C8AF6405-9B1D-EFBF-DE24-5DDEFA02521F}"/>
                  </a:ext>
                </a:extLst>
              </p:cNvPr>
              <p:cNvSpPr/>
              <p:nvPr/>
            </p:nvSpPr>
            <p:spPr>
              <a:xfrm>
                <a:off x="6337300" y="4318000"/>
                <a:ext cx="571500" cy="571500"/>
              </a:xfrm>
              <a:prstGeom prst="snip2DiagRect">
                <a:avLst/>
              </a:prstGeom>
              <a:noFill/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/>
                <a:r>
                  <a:rPr lang="en-US" sz="3200" b="1" i="0" u="none">
                    <a:solidFill>
                      <a:srgbClr val="000000"/>
                    </a:solidFill>
                    <a:latin typeface="Arial"/>
                  </a:rPr>
                  <a:t>5</a:t>
                </a:r>
              </a:p>
            </p:txBody>
          </p:sp>
          <p:sp>
            <p:nvSpPr>
              <p:cNvPr id="38" name="Text5" descr="25fdd3ff-07cf-40bc-98ba-4e27f2895ef1">
                <a:extLst>
                  <a:ext uri="{FF2B5EF4-FFF2-40B4-BE49-F238E27FC236}">
                    <a16:creationId xmlns:a16="http://schemas.microsoft.com/office/drawing/2014/main" id="{7C8D5FDD-7C05-CCA3-4269-29BF8941DE82}"/>
                  </a:ext>
                </a:extLst>
              </p:cNvPr>
              <p:cNvSpPr/>
              <p:nvPr/>
            </p:nvSpPr>
            <p:spPr>
              <a:xfrm>
                <a:off x="6337300" y="4978400"/>
                <a:ext cx="3289300" cy="11557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000000"/>
                    </a:solidFill>
                    <a:ea typeface="微软雅黑"/>
                  </a:rPr>
                  <a:t>根据反馈进行多轮改进，输出最终报告与展示材料。</a:t>
                </a:r>
              </a:p>
            </p:txBody>
          </p:sp>
        </p:grpSp>
      </p:grpSp>
      <p:sp>
        <p:nvSpPr>
          <p:cNvPr id="2" name="标题 1" descr="0726fe45-b043-4457-813b-c150326fe0f6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000000"/>
                </a:solidFill>
                <a:ea typeface="微软雅黑"/>
              </a:rPr>
              <a:t>阶段三目标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e40a5df3-c735-4758-8d35-86acaacf8aad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400" b="1" i="0" u="none">
                <a:solidFill>
                  <a:srgbClr val="000000"/>
                </a:solidFill>
                <a:ea typeface="微软雅黑"/>
              </a:rPr>
              <a:t>应用架构与功能</a:t>
            </a:r>
          </a:p>
        </p:txBody>
      </p:sp>
      <p:sp>
        <p:nvSpPr>
          <p:cNvPr id="3" name="文本占位符 2" descr="37ea3959-aa9f-48f9-bb52-b95bf0bf3f55"/>
          <p:cNvSpPr>
            <a:spLocks noGrp="1"/>
          </p:cNvSpPr>
          <p:nvPr>
            <p:ph type="body" idx="1" hasCustomPrompt="1"/>
          </p:nvPr>
        </p:nvSpPr>
        <p:spPr/>
        <p:txBody>
          <a:bodyPr anchorCtr="0"/>
          <a:lstStyle/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lang="en-US" sz="1100" b="0" i="0" u="none">
                <a:solidFill>
                  <a:srgbClr val="000000"/>
                </a:solidFill>
                <a:ea typeface="微软雅黑"/>
              </a:rPr>
              <a:t>呈现App的整体架构和主要功能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" name="6f6ea536-f6d2-4ea0-b6cb-6d4a02692622.source.3.zh-Hans.pptx" descr="3268b62b-3688-49da-b30d-bd3c33c95392">
            <a:extLst>
              <a:ext uri="{FF2B5EF4-FFF2-40B4-BE49-F238E27FC236}">
                <a16:creationId xmlns:a16="http://schemas.microsoft.com/office/drawing/2014/main" id="{8E30C8BF-3767-3667-B531-9729B0C10EF3}"/>
              </a:ext>
            </a:extLst>
          </p:cNvPr>
          <p:cNvGrpSpPr/>
          <p:nvPr/>
        </p:nvGrpSpPr>
        <p:grpSpPr>
          <a:xfrm>
            <a:off x="236825" y="662434"/>
            <a:ext cx="11691872" cy="5495423"/>
            <a:chOff x="236825" y="662434"/>
            <a:chExt cx="11691872" cy="5495423"/>
          </a:xfrm>
        </p:grpSpPr>
        <p:sp>
          <p:nvSpPr>
            <p:cNvPr id="49" name="Title" descr="4878055e-8612-4432-a201-2acc78d0e697">
              <a:extLst>
                <a:ext uri="{FF2B5EF4-FFF2-40B4-BE49-F238E27FC236}">
                  <a16:creationId xmlns:a16="http://schemas.microsoft.com/office/drawing/2014/main" id="{DE44F044-FAAA-54E1-042F-4BA16DFA956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60399" y="1130301"/>
              <a:ext cx="10858500" cy="9102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t" anchorCtr="0">
              <a:normAutofit/>
            </a:bodyPr>
            <a:lstStyle/>
            <a:p>
              <a:pPr algn="ctr"/>
              <a:r>
                <a:rPr lang="en-US" sz="2400" b="1" i="0" u="none">
                  <a:solidFill>
                    <a:srgbClr val="FFFFFF"/>
                  </a:solidFill>
                  <a:ea typeface="微软雅黑"/>
                </a:rPr>
                <a:t>简述技术路线与功能模块</a:t>
              </a:r>
            </a:p>
          </p:txBody>
        </p:sp>
        <p:grpSp>
          <p:nvGrpSpPr>
            <p:cNvPr id="29" name="图形 24" descr="11953e90-6978-4322-a09d-6e9dd155cdf0">
              <a:extLst>
                <a:ext uri="{FF2B5EF4-FFF2-40B4-BE49-F238E27FC236}">
                  <a16:creationId xmlns:a16="http://schemas.microsoft.com/office/drawing/2014/main" id="{07EE57BC-0CBA-C1B8-B0F3-9C54F3277DD2}"/>
                </a:ext>
              </a:extLst>
            </p:cNvPr>
            <p:cNvGrpSpPr/>
            <p:nvPr/>
          </p:nvGrpSpPr>
          <p:grpSpPr>
            <a:xfrm>
              <a:off x="236825" y="662434"/>
              <a:ext cx="11691872" cy="5495423"/>
              <a:chOff x="4927589" y="3069972"/>
              <a:chExt cx="2333818" cy="713822"/>
            </a:xfrm>
          </p:grpSpPr>
          <p:sp>
            <p:nvSpPr>
              <p:cNvPr id="30" name="任意多边形: 形状 29" descr="e61d1a35-aa0f-4052-a1f5-3b89d3d73949">
                <a:extLst>
                  <a:ext uri="{FF2B5EF4-FFF2-40B4-BE49-F238E27FC236}">
                    <a16:creationId xmlns:a16="http://schemas.microsoft.com/office/drawing/2014/main" id="{9C8F8B49-FD3B-5CCC-97BD-080043DF30F5}"/>
                  </a:ext>
                </a:extLst>
              </p:cNvPr>
              <p:cNvSpPr/>
              <p:nvPr/>
            </p:nvSpPr>
            <p:spPr>
              <a:xfrm>
                <a:off x="4933759" y="3075146"/>
                <a:ext cx="2318670" cy="705230"/>
              </a:xfrm>
              <a:custGeom>
                <a:avLst/>
                <a:gdLst>
                  <a:gd name="connsiteX0" fmla="*/ 62389 w 2318670"/>
                  <a:gd name="connsiteY0" fmla="*/ 705231 h 705230"/>
                  <a:gd name="connsiteX1" fmla="*/ 62389 w 2318670"/>
                  <a:gd name="connsiteY1" fmla="*/ 284702 h 705230"/>
                  <a:gd name="connsiteX2" fmla="*/ 0 w 2318670"/>
                  <a:gd name="connsiteY2" fmla="*/ 218218 h 705230"/>
                  <a:gd name="connsiteX3" fmla="*/ 0 w 2318670"/>
                  <a:gd name="connsiteY3" fmla="*/ 0 h 705230"/>
                  <a:gd name="connsiteX4" fmla="*/ 2318671 w 2318670"/>
                  <a:gd name="connsiteY4" fmla="*/ 0 h 705230"/>
                  <a:gd name="connsiteX5" fmla="*/ 2318671 w 2318670"/>
                  <a:gd name="connsiteY5" fmla="*/ 694563 h 705230"/>
                  <a:gd name="connsiteX6" fmla="*/ 1919383 w 2318670"/>
                  <a:gd name="connsiteY6" fmla="*/ 694563 h 705230"/>
                  <a:gd name="connsiteX7" fmla="*/ 1837944 w 2318670"/>
                  <a:gd name="connsiteY7" fmla="*/ 613124 h 705230"/>
                  <a:gd name="connsiteX8" fmla="*/ 1596104 w 2318670"/>
                  <a:gd name="connsiteY8" fmla="*/ 613124 h 705230"/>
                  <a:gd name="connsiteX9" fmla="*/ 1490377 w 2318670"/>
                  <a:gd name="connsiteY9" fmla="*/ 699802 h 705230"/>
                  <a:gd name="connsiteX10" fmla="*/ 425482 w 2318670"/>
                  <a:gd name="connsiteY10" fmla="*/ 699802 h 705230"/>
                  <a:gd name="connsiteX11" fmla="*/ 393764 w 2318670"/>
                  <a:gd name="connsiteY11" fmla="*/ 668084 h 705230"/>
                  <a:gd name="connsiteX12" fmla="*/ 308610 w 2318670"/>
                  <a:gd name="connsiteY12" fmla="*/ 668084 h 705230"/>
                  <a:gd name="connsiteX13" fmla="*/ 271558 w 2318670"/>
                  <a:gd name="connsiteY13" fmla="*/ 705231 h 7052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318670" h="705230">
                    <a:moveTo>
                      <a:pt x="62389" y="705231"/>
                    </a:moveTo>
                    <a:lnTo>
                      <a:pt x="62389" y="284702"/>
                    </a:lnTo>
                    <a:lnTo>
                      <a:pt x="0" y="218218"/>
                    </a:lnTo>
                    <a:lnTo>
                      <a:pt x="0" y="0"/>
                    </a:lnTo>
                    <a:lnTo>
                      <a:pt x="2318671" y="0"/>
                    </a:lnTo>
                    <a:lnTo>
                      <a:pt x="2318671" y="694563"/>
                    </a:lnTo>
                    <a:lnTo>
                      <a:pt x="1919383" y="694563"/>
                    </a:lnTo>
                    <a:lnTo>
                      <a:pt x="1837944" y="613124"/>
                    </a:lnTo>
                    <a:lnTo>
                      <a:pt x="1596104" y="613124"/>
                    </a:lnTo>
                    <a:lnTo>
                      <a:pt x="1490377" y="699802"/>
                    </a:lnTo>
                    <a:lnTo>
                      <a:pt x="425482" y="699802"/>
                    </a:lnTo>
                    <a:lnTo>
                      <a:pt x="393764" y="668084"/>
                    </a:lnTo>
                    <a:lnTo>
                      <a:pt x="308610" y="668084"/>
                    </a:lnTo>
                    <a:lnTo>
                      <a:pt x="271558" y="705231"/>
                    </a:lnTo>
                    <a:close/>
                  </a:path>
                </a:pathLst>
              </a:custGeom>
              <a:noFill/>
              <a:ln w="6350" cap="rnd">
                <a:gradFill>
                  <a:gsLst>
                    <a:gs pos="0">
                      <a:schemeClr val="accent1">
                        <a:alpha val="51000"/>
                      </a:schemeClr>
                    </a:gs>
                    <a:gs pos="100000">
                      <a:schemeClr val="accent1">
                        <a:lumMod val="50000"/>
                      </a:schemeClr>
                    </a:gs>
                  </a:gsLst>
                  <a:lin ang="16200000" scaled="1"/>
                </a:gradFill>
                <a:prstDash val="solid"/>
                <a:round/>
              </a:ln>
            </p:spPr>
            <p:txBody>
              <a:bodyPr rtlCol="0" anchor="ctr" anchorCtr="0"/>
              <a:lstStyle/>
              <a:p>
                <a:pPr algn="l"/>
                <a:endParaRPr/>
              </a:p>
            </p:txBody>
          </p:sp>
          <p:grpSp>
            <p:nvGrpSpPr>
              <p:cNvPr id="31" name="图形 24" descr="5d89f264-8176-49b9-b0a5-a840f6f3d70f">
                <a:extLst>
                  <a:ext uri="{FF2B5EF4-FFF2-40B4-BE49-F238E27FC236}">
                    <a16:creationId xmlns:a16="http://schemas.microsoft.com/office/drawing/2014/main" id="{AFF6CA98-7293-FE84-8B3F-8AD50F66CD93}"/>
                  </a:ext>
                </a:extLst>
              </p:cNvPr>
              <p:cNvGrpSpPr/>
              <p:nvPr/>
            </p:nvGrpSpPr>
            <p:grpSpPr>
              <a:xfrm>
                <a:off x="4927589" y="3069972"/>
                <a:ext cx="2333818" cy="47576"/>
                <a:chOff x="4927589" y="3069972"/>
                <a:chExt cx="2333818" cy="47576"/>
              </a:xfrm>
              <a:solidFill>
                <a:srgbClr val="0C3FFF"/>
              </a:solidFill>
            </p:grpSpPr>
            <p:sp>
              <p:nvSpPr>
                <p:cNvPr id="32" name="任意多边形: 形状 31" descr="c3864b24-0149-40c6-ac33-8b60a3ea479e">
                  <a:extLst>
                    <a:ext uri="{FF2B5EF4-FFF2-40B4-BE49-F238E27FC236}">
                      <a16:creationId xmlns:a16="http://schemas.microsoft.com/office/drawing/2014/main" id="{FBA07306-3C18-49CA-DCB8-42A4D7985EFC}"/>
                    </a:ext>
                  </a:extLst>
                </p:cNvPr>
                <p:cNvSpPr/>
                <p:nvPr/>
              </p:nvSpPr>
              <p:spPr>
                <a:xfrm>
                  <a:off x="4927589" y="3070671"/>
                  <a:ext cx="55803" cy="35795"/>
                </a:xfrm>
                <a:custGeom>
                  <a:avLst/>
                  <a:gdLst>
                    <a:gd name="connsiteX0" fmla="*/ 149828 w 149828"/>
                    <a:gd name="connsiteY0" fmla="*/ 0 h 149828"/>
                    <a:gd name="connsiteX1" fmla="*/ 28956 w 149828"/>
                    <a:gd name="connsiteY1" fmla="*/ 0 h 149828"/>
                    <a:gd name="connsiteX2" fmla="*/ 0 w 149828"/>
                    <a:gd name="connsiteY2" fmla="*/ 0 h 149828"/>
                    <a:gd name="connsiteX3" fmla="*/ 0 w 149828"/>
                    <a:gd name="connsiteY3" fmla="*/ 28956 h 149828"/>
                    <a:gd name="connsiteX4" fmla="*/ 0 w 149828"/>
                    <a:gd name="connsiteY4" fmla="*/ 149828 h 149828"/>
                    <a:gd name="connsiteX5" fmla="*/ 38481 w 149828"/>
                    <a:gd name="connsiteY5" fmla="*/ 149828 h 149828"/>
                    <a:gd name="connsiteX6" fmla="*/ 38481 w 149828"/>
                    <a:gd name="connsiteY6" fmla="*/ 38481 h 149828"/>
                    <a:gd name="connsiteX7" fmla="*/ 149828 w 149828"/>
                    <a:gd name="connsiteY7" fmla="*/ 38481 h 1498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49828" h="149828">
                      <a:moveTo>
                        <a:pt x="149828" y="0"/>
                      </a:moveTo>
                      <a:lnTo>
                        <a:pt x="28956" y="0"/>
                      </a:lnTo>
                      <a:lnTo>
                        <a:pt x="0" y="0"/>
                      </a:lnTo>
                      <a:lnTo>
                        <a:pt x="0" y="28956"/>
                      </a:lnTo>
                      <a:lnTo>
                        <a:pt x="0" y="149828"/>
                      </a:lnTo>
                      <a:lnTo>
                        <a:pt x="38481" y="149828"/>
                      </a:lnTo>
                      <a:lnTo>
                        <a:pt x="38481" y="38481"/>
                      </a:lnTo>
                      <a:lnTo>
                        <a:pt x="149828" y="3848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 anchorCtr="0"/>
                <a:lstStyle/>
                <a:p>
                  <a:pPr algn="l"/>
                  <a:endParaRPr/>
                </a:p>
              </p:txBody>
            </p:sp>
            <p:sp>
              <p:nvSpPr>
                <p:cNvPr id="33" name="任意多边形: 形状 32" descr="9e1e7f4c-eb69-461e-b303-5b5fcb610bfa">
                  <a:extLst>
                    <a:ext uri="{FF2B5EF4-FFF2-40B4-BE49-F238E27FC236}">
                      <a16:creationId xmlns:a16="http://schemas.microsoft.com/office/drawing/2014/main" id="{4991209A-2D5F-D994-0B76-5A5224108C2B}"/>
                    </a:ext>
                  </a:extLst>
                </p:cNvPr>
                <p:cNvSpPr/>
                <p:nvPr/>
              </p:nvSpPr>
              <p:spPr>
                <a:xfrm>
                  <a:off x="7187239" y="3069972"/>
                  <a:ext cx="74168" cy="47576"/>
                </a:xfrm>
                <a:custGeom>
                  <a:avLst/>
                  <a:gdLst>
                    <a:gd name="connsiteX0" fmla="*/ 0 w 149828"/>
                    <a:gd name="connsiteY0" fmla="*/ 0 h 149828"/>
                    <a:gd name="connsiteX1" fmla="*/ 120777 w 149828"/>
                    <a:gd name="connsiteY1" fmla="*/ 0 h 149828"/>
                    <a:gd name="connsiteX2" fmla="*/ 149828 w 149828"/>
                    <a:gd name="connsiteY2" fmla="*/ 0 h 149828"/>
                    <a:gd name="connsiteX3" fmla="*/ 149828 w 149828"/>
                    <a:gd name="connsiteY3" fmla="*/ 28956 h 149828"/>
                    <a:gd name="connsiteX4" fmla="*/ 149828 w 149828"/>
                    <a:gd name="connsiteY4" fmla="*/ 149828 h 149828"/>
                    <a:gd name="connsiteX5" fmla="*/ 111252 w 149828"/>
                    <a:gd name="connsiteY5" fmla="*/ 149828 h 149828"/>
                    <a:gd name="connsiteX6" fmla="*/ 111252 w 149828"/>
                    <a:gd name="connsiteY6" fmla="*/ 38481 h 149828"/>
                    <a:gd name="connsiteX7" fmla="*/ 0 w 149828"/>
                    <a:gd name="connsiteY7" fmla="*/ 38481 h 1498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49828" h="149828">
                      <a:moveTo>
                        <a:pt x="0" y="0"/>
                      </a:moveTo>
                      <a:lnTo>
                        <a:pt x="120777" y="0"/>
                      </a:lnTo>
                      <a:lnTo>
                        <a:pt x="149828" y="0"/>
                      </a:lnTo>
                      <a:lnTo>
                        <a:pt x="149828" y="28956"/>
                      </a:lnTo>
                      <a:lnTo>
                        <a:pt x="149828" y="149828"/>
                      </a:lnTo>
                      <a:lnTo>
                        <a:pt x="111252" y="149828"/>
                      </a:lnTo>
                      <a:lnTo>
                        <a:pt x="111252" y="38481"/>
                      </a:lnTo>
                      <a:lnTo>
                        <a:pt x="0" y="3848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 anchorCtr="0"/>
                <a:lstStyle/>
                <a:p>
                  <a:pPr algn="l"/>
                  <a:endParaRPr/>
                </a:p>
              </p:txBody>
            </p:sp>
          </p:grpSp>
          <p:grpSp>
            <p:nvGrpSpPr>
              <p:cNvPr id="34" name="图形 24" descr="828cd228-07e7-418c-89cb-8dc986e40056">
                <a:extLst>
                  <a:ext uri="{FF2B5EF4-FFF2-40B4-BE49-F238E27FC236}">
                    <a16:creationId xmlns:a16="http://schemas.microsoft.com/office/drawing/2014/main" id="{913D47C6-7849-06AE-9DF5-9A69CA6C558C}"/>
                  </a:ext>
                </a:extLst>
              </p:cNvPr>
              <p:cNvGrpSpPr/>
              <p:nvPr/>
            </p:nvGrpSpPr>
            <p:grpSpPr>
              <a:xfrm>
                <a:off x="4989096" y="3732662"/>
                <a:ext cx="2271427" cy="51132"/>
                <a:chOff x="4989096" y="3732662"/>
                <a:chExt cx="2271427" cy="51132"/>
              </a:xfrm>
              <a:solidFill>
                <a:srgbClr val="0C3FFF"/>
              </a:solidFill>
            </p:grpSpPr>
            <p:sp>
              <p:nvSpPr>
                <p:cNvPr id="35" name="任意多边形: 形状 34" descr="0d324b2e-c663-4ca7-914b-0bb2b40fa833">
                  <a:extLst>
                    <a:ext uri="{FF2B5EF4-FFF2-40B4-BE49-F238E27FC236}">
                      <a16:creationId xmlns:a16="http://schemas.microsoft.com/office/drawing/2014/main" id="{D4FBC7D5-67EE-E3CE-4DA9-8F05444AEF22}"/>
                    </a:ext>
                  </a:extLst>
                </p:cNvPr>
                <p:cNvSpPr/>
                <p:nvPr/>
              </p:nvSpPr>
              <p:spPr>
                <a:xfrm>
                  <a:off x="4989096" y="3747999"/>
                  <a:ext cx="60801" cy="35795"/>
                </a:xfrm>
                <a:custGeom>
                  <a:avLst/>
                  <a:gdLst>
                    <a:gd name="connsiteX0" fmla="*/ 149828 w 149828"/>
                    <a:gd name="connsiteY0" fmla="*/ 149828 h 149828"/>
                    <a:gd name="connsiteX1" fmla="*/ 29051 w 149828"/>
                    <a:gd name="connsiteY1" fmla="*/ 149828 h 149828"/>
                    <a:gd name="connsiteX2" fmla="*/ 0 w 149828"/>
                    <a:gd name="connsiteY2" fmla="*/ 149828 h 149828"/>
                    <a:gd name="connsiteX3" fmla="*/ 0 w 149828"/>
                    <a:gd name="connsiteY3" fmla="*/ 120777 h 149828"/>
                    <a:gd name="connsiteX4" fmla="*/ 0 w 149828"/>
                    <a:gd name="connsiteY4" fmla="*/ 0 h 149828"/>
                    <a:gd name="connsiteX5" fmla="*/ 38576 w 149828"/>
                    <a:gd name="connsiteY5" fmla="*/ 0 h 149828"/>
                    <a:gd name="connsiteX6" fmla="*/ 38576 w 149828"/>
                    <a:gd name="connsiteY6" fmla="*/ 111252 h 149828"/>
                    <a:gd name="connsiteX7" fmla="*/ 149828 w 149828"/>
                    <a:gd name="connsiteY7" fmla="*/ 111252 h 1498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49828" h="149828">
                      <a:moveTo>
                        <a:pt x="149828" y="149828"/>
                      </a:moveTo>
                      <a:lnTo>
                        <a:pt x="29051" y="149828"/>
                      </a:lnTo>
                      <a:lnTo>
                        <a:pt x="0" y="149828"/>
                      </a:lnTo>
                      <a:lnTo>
                        <a:pt x="0" y="120777"/>
                      </a:lnTo>
                      <a:lnTo>
                        <a:pt x="0" y="0"/>
                      </a:lnTo>
                      <a:lnTo>
                        <a:pt x="38576" y="0"/>
                      </a:lnTo>
                      <a:lnTo>
                        <a:pt x="38576" y="111252"/>
                      </a:lnTo>
                      <a:lnTo>
                        <a:pt x="149828" y="111252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 anchorCtr="0"/>
                <a:lstStyle/>
                <a:p>
                  <a:pPr algn="l"/>
                  <a:endParaRPr/>
                </a:p>
              </p:txBody>
            </p:sp>
            <p:sp>
              <p:nvSpPr>
                <p:cNvPr id="36" name="任意多边形: 形状 35" descr="4214fc93-1add-44d3-bf16-7137ad37cbfc">
                  <a:extLst>
                    <a:ext uri="{FF2B5EF4-FFF2-40B4-BE49-F238E27FC236}">
                      <a16:creationId xmlns:a16="http://schemas.microsoft.com/office/drawing/2014/main" id="{A76838A9-D803-EE94-6D61-2D1A9CBA6430}"/>
                    </a:ext>
                  </a:extLst>
                </p:cNvPr>
                <p:cNvSpPr/>
                <p:nvPr/>
              </p:nvSpPr>
              <p:spPr>
                <a:xfrm>
                  <a:off x="7187239" y="3732662"/>
                  <a:ext cx="73284" cy="43144"/>
                </a:xfrm>
                <a:custGeom>
                  <a:avLst/>
                  <a:gdLst>
                    <a:gd name="connsiteX0" fmla="*/ 0 w 149828"/>
                    <a:gd name="connsiteY0" fmla="*/ 149828 h 149828"/>
                    <a:gd name="connsiteX1" fmla="*/ 120777 w 149828"/>
                    <a:gd name="connsiteY1" fmla="*/ 149828 h 149828"/>
                    <a:gd name="connsiteX2" fmla="*/ 149828 w 149828"/>
                    <a:gd name="connsiteY2" fmla="*/ 149828 h 149828"/>
                    <a:gd name="connsiteX3" fmla="*/ 149828 w 149828"/>
                    <a:gd name="connsiteY3" fmla="*/ 120872 h 149828"/>
                    <a:gd name="connsiteX4" fmla="*/ 149828 w 149828"/>
                    <a:gd name="connsiteY4" fmla="*/ 0 h 149828"/>
                    <a:gd name="connsiteX5" fmla="*/ 111252 w 149828"/>
                    <a:gd name="connsiteY5" fmla="*/ 0 h 149828"/>
                    <a:gd name="connsiteX6" fmla="*/ 111252 w 149828"/>
                    <a:gd name="connsiteY6" fmla="*/ 111347 h 149828"/>
                    <a:gd name="connsiteX7" fmla="*/ 0 w 149828"/>
                    <a:gd name="connsiteY7" fmla="*/ 111347 h 1498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49828" h="149828">
                      <a:moveTo>
                        <a:pt x="0" y="149828"/>
                      </a:moveTo>
                      <a:lnTo>
                        <a:pt x="120777" y="149828"/>
                      </a:lnTo>
                      <a:lnTo>
                        <a:pt x="149828" y="149828"/>
                      </a:lnTo>
                      <a:lnTo>
                        <a:pt x="149828" y="120872"/>
                      </a:lnTo>
                      <a:lnTo>
                        <a:pt x="149828" y="0"/>
                      </a:lnTo>
                      <a:lnTo>
                        <a:pt x="111252" y="0"/>
                      </a:lnTo>
                      <a:lnTo>
                        <a:pt x="111252" y="111347"/>
                      </a:lnTo>
                      <a:lnTo>
                        <a:pt x="0" y="111347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 anchorCtr="0"/>
                <a:lstStyle/>
                <a:p>
                  <a:pPr algn="l"/>
                  <a:endParaRPr/>
                </a:p>
              </p:txBody>
            </p:sp>
          </p:grpSp>
          <p:sp>
            <p:nvSpPr>
              <p:cNvPr id="37" name="任意多边形: 形状 36" descr="1745b2fe-4f88-45cf-856d-dcb6314fdd71">
                <a:extLst>
                  <a:ext uri="{FF2B5EF4-FFF2-40B4-BE49-F238E27FC236}">
                    <a16:creationId xmlns:a16="http://schemas.microsoft.com/office/drawing/2014/main" id="{CDBB5B9D-9E3F-5A40-3487-73A90DCA2876}"/>
                  </a:ext>
                </a:extLst>
              </p:cNvPr>
              <p:cNvSpPr/>
              <p:nvPr/>
            </p:nvSpPr>
            <p:spPr>
              <a:xfrm>
                <a:off x="5956554" y="3772837"/>
                <a:ext cx="373856" cy="5939"/>
              </a:xfrm>
              <a:custGeom>
                <a:avLst/>
                <a:gdLst>
                  <a:gd name="connsiteX0" fmla="*/ 0 w 373856"/>
                  <a:gd name="connsiteY0" fmla="*/ 0 h 46291"/>
                  <a:gd name="connsiteX1" fmla="*/ 373856 w 373856"/>
                  <a:gd name="connsiteY1" fmla="*/ 0 h 46291"/>
                  <a:gd name="connsiteX2" fmla="*/ 373856 w 373856"/>
                  <a:gd name="connsiteY2" fmla="*/ 46291 h 46291"/>
                  <a:gd name="connsiteX3" fmla="*/ 0 w 373856"/>
                  <a:gd name="connsiteY3" fmla="*/ 46291 h 462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3856" h="46291">
                    <a:moveTo>
                      <a:pt x="0" y="0"/>
                    </a:moveTo>
                    <a:lnTo>
                      <a:pt x="373856" y="0"/>
                    </a:lnTo>
                    <a:lnTo>
                      <a:pt x="373856" y="46291"/>
                    </a:lnTo>
                    <a:lnTo>
                      <a:pt x="0" y="4629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 anchorCtr="0"/>
              <a:lstStyle/>
              <a:p>
                <a:pPr algn="l"/>
                <a:endParaRPr/>
              </a:p>
            </p:txBody>
          </p:sp>
        </p:grpSp>
        <p:grpSp>
          <p:nvGrpSpPr>
            <p:cNvPr id="68" name="组合 67" descr="12c12158-a019-470e-a02a-12aba8afed52">
              <a:extLst>
                <a:ext uri="{FF2B5EF4-FFF2-40B4-BE49-F238E27FC236}">
                  <a16:creationId xmlns:a16="http://schemas.microsoft.com/office/drawing/2014/main" id="{C3A0D284-1C5C-03E0-7F52-F63D1A263B9A}"/>
                </a:ext>
              </a:extLst>
            </p:cNvPr>
            <p:cNvGrpSpPr/>
            <p:nvPr/>
          </p:nvGrpSpPr>
          <p:grpSpPr>
            <a:xfrm>
              <a:off x="1158797" y="2151289"/>
              <a:ext cx="3002392" cy="3172799"/>
              <a:chOff x="771119" y="2305293"/>
              <a:chExt cx="2493504" cy="3172799"/>
            </a:xfrm>
          </p:grpSpPr>
          <p:grpSp>
            <p:nvGrpSpPr>
              <p:cNvPr id="8" name="组合 7" descr="b6fe90c9-1aa5-4b7c-87a9-a15146c46574">
                <a:extLst>
                  <a:ext uri="{FF2B5EF4-FFF2-40B4-BE49-F238E27FC236}">
                    <a16:creationId xmlns:a16="http://schemas.microsoft.com/office/drawing/2014/main" id="{FDF2B8DF-F988-5844-D0F5-ADD1A54B503D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771119" y="2305293"/>
                <a:ext cx="2493504" cy="3172799"/>
                <a:chOff x="4389868" y="1751662"/>
                <a:chExt cx="3399560" cy="3728018"/>
              </a:xfrm>
            </p:grpSpPr>
            <p:sp>
              <p:nvSpPr>
                <p:cNvPr id="9" name="矩形: 圆顶角 1" descr="c75217ce-17aa-4463-9cc6-38cffd596050">
                  <a:extLst>
                    <a:ext uri="{FF2B5EF4-FFF2-40B4-BE49-F238E27FC236}">
                      <a16:creationId xmlns:a16="http://schemas.microsoft.com/office/drawing/2014/main" id="{58CAFFD5-2E3B-4792-0C85-8B146D263562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4389868" y="1751662"/>
                  <a:ext cx="3399560" cy="3728018"/>
                </a:xfrm>
                <a:prstGeom prst="snip1Rect">
                  <a:avLst/>
                </a:prstGeom>
                <a:gradFill flip="none" rotWithShape="1">
                  <a:gsLst>
                    <a:gs pos="0">
                      <a:schemeClr val="accent1">
                        <a:alpha val="0"/>
                      </a:schemeClr>
                    </a:gs>
                    <a:gs pos="100000">
                      <a:schemeClr val="accent1">
                        <a:alpha val="34000"/>
                      </a:schemeClr>
                    </a:gs>
                  </a:gsLst>
                  <a:lin ang="16200000" scaled="1"/>
                  <a:tileRect/>
                </a:gradFill>
                <a:ln>
                  <a:noFill/>
                </a:ln>
                <a:effectLst>
                  <a:outerShdw blurRad="266700" dist="50800" dir="2400000" sx="98000" sy="98000" algn="ctr" rotWithShape="0">
                    <a:schemeClr val="accent1">
                      <a:alpha val="29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 anchorCtr="0"/>
                <a:lstStyle/>
                <a:p>
                  <a:pPr algn="ctr"/>
                  <a:endParaRPr/>
                </a:p>
              </p:txBody>
            </p:sp>
            <p:sp>
              <p:nvSpPr>
                <p:cNvPr id="10" name="Bullet1" descr="830cefe4-e7e6-45a1-bfe1-596c28d18dc5">
                  <a:extLst>
                    <a:ext uri="{FF2B5EF4-FFF2-40B4-BE49-F238E27FC236}">
                      <a16:creationId xmlns:a16="http://schemas.microsoft.com/office/drawing/2014/main" id="{6D6318CD-58D8-0885-BFD7-DD982DBBB5C9}"/>
                    </a:ext>
                  </a:extLst>
                </p:cNvPr>
                <p:cNvSpPr txBox="1"/>
                <p:nvPr/>
              </p:nvSpPr>
              <p:spPr>
                <a:xfrm>
                  <a:off x="4553745" y="2045991"/>
                  <a:ext cx="3071818" cy="76002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b" anchorCtr="0">
                  <a:normAutofit/>
                </a:bodyPr>
                <a:lstStyle/>
                <a:p>
                  <a:pPr algn="l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1600" b="1" i="0" u="none" strike="noStrike">
                      <a:solidFill>
                        <a:srgbClr val="000000"/>
                      </a:solidFill>
                      <a:ea typeface="微软雅黑"/>
                    </a:rPr>
                    <a:t>技术路线</a:t>
                  </a:r>
                </a:p>
              </p:txBody>
            </p:sp>
            <p:sp>
              <p:nvSpPr>
                <p:cNvPr id="11" name="Text1" descr="bfb93366-d649-4a85-8265-e5fe2a709b8a">
                  <a:extLst>
                    <a:ext uri="{FF2B5EF4-FFF2-40B4-BE49-F238E27FC236}">
                      <a16:creationId xmlns:a16="http://schemas.microsoft.com/office/drawing/2014/main" id="{792A1BDD-CFEE-DEA4-F2A6-1B1F74C5B993}"/>
                    </a:ext>
                  </a:extLst>
                </p:cNvPr>
                <p:cNvSpPr txBox="1"/>
                <p:nvPr/>
              </p:nvSpPr>
              <p:spPr>
                <a:xfrm>
                  <a:off x="4553745" y="3215266"/>
                  <a:ext cx="3071818" cy="204735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t" anchorCtr="0">
                  <a:normAutofit/>
                </a:bodyPr>
                <a:lstStyle/>
                <a:p>
                  <a:pPr algn="l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1200" b="0" i="0" u="none" strike="noStrike">
                      <a:solidFill>
                        <a:srgbClr val="000000"/>
                      </a:solidFill>
                      <a:ea typeface="微软雅黑"/>
                    </a:rPr>
                    <a:t>采用Android App开发，支持本地和云端数据。</a:t>
                  </a:r>
                </a:p>
              </p:txBody>
            </p:sp>
          </p:grpSp>
          <p:cxnSp>
            <p:nvCxnSpPr>
              <p:cNvPr id="67" name="直接连接符 66" descr="f1d389cd-9629-4565-bca9-74c6f2a63b40">
                <a:extLst>
                  <a:ext uri="{FF2B5EF4-FFF2-40B4-BE49-F238E27FC236}">
                    <a16:creationId xmlns:a16="http://schemas.microsoft.com/office/drawing/2014/main" id="{7DC6FAFB-5952-9944-7B9B-E2CD99D9A9CF}"/>
                  </a:ext>
                </a:extLst>
              </p:cNvPr>
              <p:cNvCxnSpPr/>
              <p:nvPr/>
            </p:nvCxnSpPr>
            <p:spPr>
              <a:xfrm>
                <a:off x="901700" y="3365500"/>
                <a:ext cx="2237317" cy="0"/>
              </a:xfrm>
              <a:prstGeom prst="line">
                <a:avLst/>
              </a:prstGeom>
              <a:ln>
                <a:solidFill>
                  <a:schemeClr val="accent1"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3" name="组合 92" descr="f561c5ab-75aa-4af9-8fad-fc3806edaa48">
              <a:extLst>
                <a:ext uri="{FF2B5EF4-FFF2-40B4-BE49-F238E27FC236}">
                  <a16:creationId xmlns:a16="http://schemas.microsoft.com/office/drawing/2014/main" id="{2A3FF2D1-0A2F-7DD9-0AC8-D08DF69F3A38}"/>
                </a:ext>
              </a:extLst>
            </p:cNvPr>
            <p:cNvGrpSpPr/>
            <p:nvPr/>
          </p:nvGrpSpPr>
          <p:grpSpPr>
            <a:xfrm>
              <a:off x="4588454" y="2151289"/>
              <a:ext cx="3002392" cy="3172799"/>
              <a:chOff x="771119" y="2305293"/>
              <a:chExt cx="2493504" cy="3172799"/>
            </a:xfrm>
          </p:grpSpPr>
          <p:grpSp>
            <p:nvGrpSpPr>
              <p:cNvPr id="94" name="组合 93" descr="0eb2bb29-55ed-4736-aa6c-9e3569ccda9a">
                <a:extLst>
                  <a:ext uri="{FF2B5EF4-FFF2-40B4-BE49-F238E27FC236}">
                    <a16:creationId xmlns:a16="http://schemas.microsoft.com/office/drawing/2014/main" id="{4B0FA8F2-C1A6-E2ED-EC08-689FC072E752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771119" y="2305293"/>
                <a:ext cx="2493504" cy="3172799"/>
                <a:chOff x="4389868" y="1751662"/>
                <a:chExt cx="3399560" cy="3728018"/>
              </a:xfrm>
            </p:grpSpPr>
            <p:sp>
              <p:nvSpPr>
                <p:cNvPr id="96" name="矩形: 圆顶角 1" descr="0311b60a-9795-4f8a-99ef-db8ae2b0917a">
                  <a:extLst>
                    <a:ext uri="{FF2B5EF4-FFF2-40B4-BE49-F238E27FC236}">
                      <a16:creationId xmlns:a16="http://schemas.microsoft.com/office/drawing/2014/main" id="{1EA046A1-4B9B-D1C6-BEF1-D8CE1499C7A1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4389868" y="1751662"/>
                  <a:ext cx="3399560" cy="3728018"/>
                </a:xfrm>
                <a:prstGeom prst="snip1Rect">
                  <a:avLst/>
                </a:prstGeom>
                <a:gradFill flip="none" rotWithShape="1">
                  <a:gsLst>
                    <a:gs pos="0">
                      <a:schemeClr val="accent1">
                        <a:alpha val="0"/>
                      </a:schemeClr>
                    </a:gs>
                    <a:gs pos="100000">
                      <a:schemeClr val="accent1">
                        <a:alpha val="34000"/>
                      </a:schemeClr>
                    </a:gs>
                  </a:gsLst>
                  <a:lin ang="16200000" scaled="1"/>
                  <a:tileRect/>
                </a:gradFill>
                <a:ln>
                  <a:noFill/>
                </a:ln>
                <a:effectLst>
                  <a:outerShdw blurRad="266700" dist="50800" dir="2400000" sx="98000" sy="98000" algn="ctr" rotWithShape="0">
                    <a:schemeClr val="accent1">
                      <a:alpha val="29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 anchorCtr="0"/>
                <a:lstStyle/>
                <a:p>
                  <a:pPr algn="ctr"/>
                  <a:endParaRPr/>
                </a:p>
              </p:txBody>
            </p:sp>
            <p:sp>
              <p:nvSpPr>
                <p:cNvPr id="97" name="Bullet2" descr="67ead345-9b00-4e6f-8350-e014c55c62b0">
                  <a:extLst>
                    <a:ext uri="{FF2B5EF4-FFF2-40B4-BE49-F238E27FC236}">
                      <a16:creationId xmlns:a16="http://schemas.microsoft.com/office/drawing/2014/main" id="{63D86953-4B87-29FC-7B73-77914BB68F59}"/>
                    </a:ext>
                  </a:extLst>
                </p:cNvPr>
                <p:cNvSpPr txBox="1"/>
                <p:nvPr/>
              </p:nvSpPr>
              <p:spPr>
                <a:xfrm>
                  <a:off x="4553745" y="2045991"/>
                  <a:ext cx="3071818" cy="76002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b" anchorCtr="0">
                  <a:normAutofit/>
                </a:bodyPr>
                <a:lstStyle/>
                <a:p>
                  <a:pPr algn="l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1600" b="1" i="0" u="none" strike="noStrike">
                      <a:solidFill>
                        <a:srgbClr val="000000"/>
                      </a:solidFill>
                      <a:ea typeface="微软雅黑"/>
                    </a:rPr>
                    <a:t>功能模块</a:t>
                  </a:r>
                </a:p>
              </p:txBody>
            </p:sp>
            <p:sp>
              <p:nvSpPr>
                <p:cNvPr id="98" name="Text2" descr="1fcd0453-338f-40bd-9d11-6762ddb7b597">
                  <a:extLst>
                    <a:ext uri="{FF2B5EF4-FFF2-40B4-BE49-F238E27FC236}">
                      <a16:creationId xmlns:a16="http://schemas.microsoft.com/office/drawing/2014/main" id="{AAB78013-28EF-D181-2818-2A0A698EE355}"/>
                    </a:ext>
                  </a:extLst>
                </p:cNvPr>
                <p:cNvSpPr txBox="1"/>
                <p:nvPr/>
              </p:nvSpPr>
              <p:spPr>
                <a:xfrm>
                  <a:off x="4553745" y="3215266"/>
                  <a:ext cx="3071818" cy="204735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t" anchorCtr="0">
                  <a:normAutofit/>
                </a:bodyPr>
                <a:lstStyle/>
                <a:p>
                  <a:pPr algn="l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1200" b="0" i="0" u="none" strike="noStrike">
                      <a:solidFill>
                        <a:srgbClr val="000000"/>
                      </a:solidFill>
                      <a:ea typeface="微软雅黑"/>
                    </a:rPr>
                    <a:t>包含登录、主页面、任务、日程、商城、个人中心等模块。</a:t>
                  </a:r>
                </a:p>
              </p:txBody>
            </p:sp>
          </p:grpSp>
          <p:cxnSp>
            <p:nvCxnSpPr>
              <p:cNvPr id="95" name="直接连接符 94" descr="a40f3e03-802f-49cc-a5cd-3361e991d956">
                <a:extLst>
                  <a:ext uri="{FF2B5EF4-FFF2-40B4-BE49-F238E27FC236}">
                    <a16:creationId xmlns:a16="http://schemas.microsoft.com/office/drawing/2014/main" id="{AFD342F2-5EDC-80EE-85C7-060D30AACECF}"/>
                  </a:ext>
                </a:extLst>
              </p:cNvPr>
              <p:cNvCxnSpPr/>
              <p:nvPr/>
            </p:nvCxnSpPr>
            <p:spPr>
              <a:xfrm>
                <a:off x="901700" y="3365500"/>
                <a:ext cx="2237317" cy="0"/>
              </a:xfrm>
              <a:prstGeom prst="line">
                <a:avLst/>
              </a:prstGeom>
              <a:ln>
                <a:solidFill>
                  <a:schemeClr val="accent1"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9" name="组合 98" descr="066cf95f-89ac-49c7-9b26-a25619781312">
              <a:extLst>
                <a:ext uri="{FF2B5EF4-FFF2-40B4-BE49-F238E27FC236}">
                  <a16:creationId xmlns:a16="http://schemas.microsoft.com/office/drawing/2014/main" id="{99AEB1B7-E94D-FBF8-6844-B6FFE6139B43}"/>
                </a:ext>
              </a:extLst>
            </p:cNvPr>
            <p:cNvGrpSpPr/>
            <p:nvPr/>
          </p:nvGrpSpPr>
          <p:grpSpPr>
            <a:xfrm>
              <a:off x="8018111" y="2151289"/>
              <a:ext cx="3002392" cy="3172799"/>
              <a:chOff x="771119" y="2305293"/>
              <a:chExt cx="2493504" cy="3172799"/>
            </a:xfrm>
          </p:grpSpPr>
          <p:grpSp>
            <p:nvGrpSpPr>
              <p:cNvPr id="100" name="组合 99" descr="f5d69329-78c6-4d39-8a6f-19b440a6d44c">
                <a:extLst>
                  <a:ext uri="{FF2B5EF4-FFF2-40B4-BE49-F238E27FC236}">
                    <a16:creationId xmlns:a16="http://schemas.microsoft.com/office/drawing/2014/main" id="{7D902118-49BC-72F2-8335-D146C241E6F9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771119" y="2305293"/>
                <a:ext cx="2493504" cy="3172799"/>
                <a:chOff x="4389868" y="1751662"/>
                <a:chExt cx="3399560" cy="3728018"/>
              </a:xfrm>
            </p:grpSpPr>
            <p:sp>
              <p:nvSpPr>
                <p:cNvPr id="102" name="矩形: 圆顶角 1" descr="395c6154-f0ba-4fc8-b44d-7e0798061ec8">
                  <a:extLst>
                    <a:ext uri="{FF2B5EF4-FFF2-40B4-BE49-F238E27FC236}">
                      <a16:creationId xmlns:a16="http://schemas.microsoft.com/office/drawing/2014/main" id="{EA4399BD-C177-27D9-790B-0D864F9E7067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4389868" y="1751662"/>
                  <a:ext cx="3399560" cy="3728018"/>
                </a:xfrm>
                <a:prstGeom prst="snip1Rect">
                  <a:avLst/>
                </a:prstGeom>
                <a:gradFill flip="none" rotWithShape="1">
                  <a:gsLst>
                    <a:gs pos="0">
                      <a:schemeClr val="accent1">
                        <a:alpha val="0"/>
                      </a:schemeClr>
                    </a:gs>
                    <a:gs pos="100000">
                      <a:schemeClr val="accent1">
                        <a:alpha val="34000"/>
                      </a:schemeClr>
                    </a:gs>
                  </a:gsLst>
                  <a:lin ang="16200000" scaled="1"/>
                  <a:tileRect/>
                </a:gradFill>
                <a:ln>
                  <a:noFill/>
                </a:ln>
                <a:effectLst>
                  <a:outerShdw blurRad="266700" dist="50800" dir="2400000" sx="98000" sy="98000" algn="ctr" rotWithShape="0">
                    <a:schemeClr val="accent1">
                      <a:alpha val="29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 anchorCtr="0"/>
                <a:lstStyle/>
                <a:p>
                  <a:pPr algn="ctr"/>
                  <a:endParaRPr/>
                </a:p>
              </p:txBody>
            </p:sp>
            <p:sp>
              <p:nvSpPr>
                <p:cNvPr id="103" name="Bullet3" descr="a5b750aa-4c4f-485e-817d-d28986479efc">
                  <a:extLst>
                    <a:ext uri="{FF2B5EF4-FFF2-40B4-BE49-F238E27FC236}">
                      <a16:creationId xmlns:a16="http://schemas.microsoft.com/office/drawing/2014/main" id="{5C9E5A82-5539-A323-02EC-7B2C9A020485}"/>
                    </a:ext>
                  </a:extLst>
                </p:cNvPr>
                <p:cNvSpPr txBox="1"/>
                <p:nvPr/>
              </p:nvSpPr>
              <p:spPr>
                <a:xfrm>
                  <a:off x="4553745" y="2045991"/>
                  <a:ext cx="3071818" cy="76002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b" anchorCtr="0">
                  <a:normAutofit/>
                </a:bodyPr>
                <a:lstStyle/>
                <a:p>
                  <a:pPr algn="l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1600" b="1" i="0" u="none" strike="noStrike">
                      <a:solidFill>
                        <a:srgbClr val="000000"/>
                      </a:solidFill>
                      <a:ea typeface="微软雅黑"/>
                    </a:rPr>
                    <a:t>数据支持</a:t>
                  </a:r>
                </a:p>
              </p:txBody>
            </p:sp>
            <p:sp>
              <p:nvSpPr>
                <p:cNvPr id="104" name="Text3" descr="55363c7f-0eb7-4fd7-bbb2-55c29b2d8c6b">
                  <a:extLst>
                    <a:ext uri="{FF2B5EF4-FFF2-40B4-BE49-F238E27FC236}">
                      <a16:creationId xmlns:a16="http://schemas.microsoft.com/office/drawing/2014/main" id="{FDAE0712-ECE9-F2AF-E0D4-BC7F6409DB9E}"/>
                    </a:ext>
                  </a:extLst>
                </p:cNvPr>
                <p:cNvSpPr txBox="1"/>
                <p:nvPr/>
              </p:nvSpPr>
              <p:spPr>
                <a:xfrm>
                  <a:off x="4553745" y="3215266"/>
                  <a:ext cx="3071818" cy="204735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t" anchorCtr="0">
                  <a:normAutofit/>
                </a:bodyPr>
                <a:lstStyle/>
                <a:p>
                  <a:pPr algn="l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1200" b="0" i="0" u="none" strike="noStrike">
                      <a:solidFill>
                        <a:srgbClr val="000000"/>
                      </a:solidFill>
                      <a:ea typeface="微软雅黑"/>
                    </a:rPr>
                    <a:t>本地与云端数据结合，保障数据安全与同步。</a:t>
                  </a:r>
                </a:p>
              </p:txBody>
            </p:sp>
          </p:grpSp>
          <p:cxnSp>
            <p:nvCxnSpPr>
              <p:cNvPr id="101" name="直接连接符 100" descr="69801325-bb58-4b84-9c25-8e6d28527c8c">
                <a:extLst>
                  <a:ext uri="{FF2B5EF4-FFF2-40B4-BE49-F238E27FC236}">
                    <a16:creationId xmlns:a16="http://schemas.microsoft.com/office/drawing/2014/main" id="{76A7396F-7F25-767D-3B19-CECF3B71A775}"/>
                  </a:ext>
                </a:extLst>
              </p:cNvPr>
              <p:cNvCxnSpPr/>
              <p:nvPr/>
            </p:nvCxnSpPr>
            <p:spPr>
              <a:xfrm>
                <a:off x="901700" y="3365500"/>
                <a:ext cx="2237317" cy="0"/>
              </a:xfrm>
              <a:prstGeom prst="line">
                <a:avLst/>
              </a:prstGeom>
              <a:ln>
                <a:solidFill>
                  <a:schemeClr val="accent1"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标题 1" descr="0726fe45-b043-4457-813b-c150326fe0f6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000000"/>
                </a:solidFill>
                <a:ea typeface="微软雅黑"/>
              </a:rPr>
              <a:t>整体应用结构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df9b52f3-64ea-443d-ac38-2e58d4ec1223.source.3.zh-Hans.pptx" descr="7b85896d-30e1-4acd-8175-bc8323ca964e">
            <a:extLst>
              <a:ext uri="{FF2B5EF4-FFF2-40B4-BE49-F238E27FC236}">
                <a16:creationId xmlns:a16="http://schemas.microsoft.com/office/drawing/2014/main" id="{886221EA-8A9D-C71D-10DF-FDAC51F376E7}"/>
              </a:ext>
            </a:extLst>
          </p:cNvPr>
          <p:cNvGrpSpPr/>
          <p:nvPr/>
        </p:nvGrpSpPr>
        <p:grpSpPr>
          <a:xfrm>
            <a:off x="860782" y="1130300"/>
            <a:ext cx="10457737" cy="4013200"/>
            <a:chOff x="1524149" y="1130300"/>
            <a:chExt cx="9126192" cy="3502214"/>
          </a:xfrm>
        </p:grpSpPr>
        <p:sp>
          <p:nvSpPr>
            <p:cNvPr id="32" name="Title" descr="15cea247-e043-4f06-b809-7db0925d5dcc">
              <a:extLst>
                <a:ext uri="{FF2B5EF4-FFF2-40B4-BE49-F238E27FC236}">
                  <a16:creationId xmlns:a16="http://schemas.microsoft.com/office/drawing/2014/main" id="{D6C10587-F830-ED74-3242-FC009AA367C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775023" y="1130300"/>
              <a:ext cx="8624444" cy="75062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t" anchorCtr="0">
              <a:normAutofit/>
            </a:bodyPr>
            <a:lstStyle/>
            <a:p>
              <a:pPr algn="ctr"/>
              <a:r>
                <a:rPr lang="en-US" sz="2400" b="1" i="0" u="none">
                  <a:solidFill>
                    <a:srgbClr val="000000"/>
                  </a:solidFill>
                  <a:ea typeface="微软雅黑"/>
                </a:rPr>
                <a:t>介绍各功能系统的具体实现</a:t>
              </a:r>
            </a:p>
          </p:txBody>
        </p:sp>
        <p:grpSp>
          <p:nvGrpSpPr>
            <p:cNvPr id="12" name="组合 11" descr="9a4b859e-d5f0-4ed8-8998-570a06f84f79">
              <a:extLst>
                <a:ext uri="{FF2B5EF4-FFF2-40B4-BE49-F238E27FC236}">
                  <a16:creationId xmlns:a16="http://schemas.microsoft.com/office/drawing/2014/main" id="{1A5AD9E4-B758-A718-86EB-31C55512E293}"/>
                </a:ext>
              </a:extLst>
            </p:cNvPr>
            <p:cNvGrpSpPr/>
            <p:nvPr/>
          </p:nvGrpSpPr>
          <p:grpSpPr>
            <a:xfrm>
              <a:off x="1524149" y="2462149"/>
              <a:ext cx="9126192" cy="2170365"/>
              <a:chOff x="1524149" y="2462149"/>
              <a:chExt cx="9126192" cy="2170365"/>
            </a:xfrm>
          </p:grpSpPr>
          <p:grpSp>
            <p:nvGrpSpPr>
              <p:cNvPr id="58" name="组合 57" descr="cd312c60-2a9b-40b9-9358-b233d2ac5b08">
                <a:extLst>
                  <a:ext uri="{FF2B5EF4-FFF2-40B4-BE49-F238E27FC236}">
                    <a16:creationId xmlns:a16="http://schemas.microsoft.com/office/drawing/2014/main" id="{BB9302CD-33CF-8FD3-21B6-733F5F27CEDC}"/>
                  </a:ext>
                </a:extLst>
              </p:cNvPr>
              <p:cNvGrpSpPr/>
              <p:nvPr/>
            </p:nvGrpSpPr>
            <p:grpSpPr>
              <a:xfrm>
                <a:off x="1524149" y="2462149"/>
                <a:ext cx="3023318" cy="2170365"/>
                <a:chOff x="1920192" y="2358204"/>
                <a:chExt cx="3729657" cy="2724073"/>
              </a:xfrm>
            </p:grpSpPr>
            <p:grpSp>
              <p:nvGrpSpPr>
                <p:cNvPr id="44" name="组合 43" descr="572c7407-6218-4a39-a5c5-b0c1856c994f">
                  <a:extLst>
                    <a:ext uri="{FF2B5EF4-FFF2-40B4-BE49-F238E27FC236}">
                      <a16:creationId xmlns:a16="http://schemas.microsoft.com/office/drawing/2014/main" id="{A3EA82F1-EDEC-4FA0-12D9-5CAD96BF22E0}"/>
                    </a:ext>
                  </a:extLst>
                </p:cNvPr>
                <p:cNvGrpSpPr/>
                <p:nvPr/>
              </p:nvGrpSpPr>
              <p:grpSpPr>
                <a:xfrm>
                  <a:off x="1920192" y="2358204"/>
                  <a:ext cx="3729657" cy="2724073"/>
                  <a:chOff x="2026610" y="2671517"/>
                  <a:chExt cx="3373440" cy="2463899"/>
                </a:xfrm>
              </p:grpSpPr>
              <p:grpSp>
                <p:nvGrpSpPr>
                  <p:cNvPr id="41" name="组合 40" descr="21d61ea5-3ed5-4e78-a144-f330ddc827a6">
                    <a:extLst>
                      <a:ext uri="{FF2B5EF4-FFF2-40B4-BE49-F238E27FC236}">
                        <a16:creationId xmlns:a16="http://schemas.microsoft.com/office/drawing/2014/main" id="{FA631E6A-161E-3F13-E88F-7FA7EC166F10}"/>
                      </a:ext>
                    </a:extLst>
                  </p:cNvPr>
                  <p:cNvGrpSpPr/>
                  <p:nvPr/>
                </p:nvGrpSpPr>
                <p:grpSpPr>
                  <a:xfrm flipH="1">
                    <a:off x="2212067" y="2671517"/>
                    <a:ext cx="3187983" cy="2339574"/>
                    <a:chOff x="1422514" y="2817160"/>
                    <a:chExt cx="2635137" cy="1933855"/>
                  </a:xfrm>
                </p:grpSpPr>
                <p:sp>
                  <p:nvSpPr>
                    <p:cNvPr id="42" name="ComponentBackground1" descr="3262f0ff-99a3-4c7d-a3a2-c737ba058098">
                      <a:extLst>
                        <a:ext uri="{FF2B5EF4-FFF2-40B4-BE49-F238E27FC236}">
                          <a16:creationId xmlns:a16="http://schemas.microsoft.com/office/drawing/2014/main" id="{70D73A69-9020-3167-6284-2C973913F77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520975" y="2868032"/>
                      <a:ext cx="2512936" cy="1828683"/>
                    </a:xfrm>
                    <a:custGeom>
                      <a:avLst/>
                      <a:gdLst>
                        <a:gd name="connsiteX0" fmla="*/ 722132 w 2477669"/>
                        <a:gd name="connsiteY0" fmla="*/ 1803020 h 1803019"/>
                        <a:gd name="connsiteX1" fmla="*/ 645360 w 2477669"/>
                        <a:gd name="connsiteY1" fmla="*/ 1553274 h 1803019"/>
                        <a:gd name="connsiteX2" fmla="*/ 578876 w 2477669"/>
                        <a:gd name="connsiteY2" fmla="*/ 1477645 h 1803019"/>
                        <a:gd name="connsiteX3" fmla="*/ 142631 w 2477669"/>
                        <a:gd name="connsiteY3" fmla="*/ 1175036 h 1803019"/>
                        <a:gd name="connsiteX4" fmla="*/ 182921 w 2477669"/>
                        <a:gd name="connsiteY4" fmla="*/ 382175 h 1803019"/>
                        <a:gd name="connsiteX5" fmla="*/ 795379 w 2477669"/>
                        <a:gd name="connsiteY5" fmla="*/ 55277 h 1803019"/>
                        <a:gd name="connsiteX6" fmla="*/ 1300585 w 2477669"/>
                        <a:gd name="connsiteY6" fmla="*/ 2032 h 1803019"/>
                        <a:gd name="connsiteX7" fmla="*/ 2129260 w 2477669"/>
                        <a:gd name="connsiteY7" fmla="*/ 246920 h 1803019"/>
                        <a:gd name="connsiteX8" fmla="*/ 2440918 w 2477669"/>
                        <a:gd name="connsiteY8" fmla="*/ 614395 h 1803019"/>
                        <a:gd name="connsiteX9" fmla="*/ 2358050 w 2477669"/>
                        <a:gd name="connsiteY9" fmla="*/ 1142746 h 1803019"/>
                        <a:gd name="connsiteX10" fmla="*/ 1727686 w 2477669"/>
                        <a:gd name="connsiteY10" fmla="*/ 1536510 h 1803019"/>
                        <a:gd name="connsiteX11" fmla="*/ 1105513 w 2477669"/>
                        <a:gd name="connsiteY11" fmla="*/ 1596422 h 1803019"/>
                        <a:gd name="connsiteX12" fmla="*/ 1045791 w 2477669"/>
                        <a:gd name="connsiteY12" fmla="*/ 1615567 h 1803019"/>
                        <a:gd name="connsiteX13" fmla="*/ 722132 w 2477669"/>
                        <a:gd name="connsiteY13" fmla="*/ 1803020 h 180301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</a:cxnLst>
                      <a:rect l="l" t="t" r="r" b="b"/>
                      <a:pathLst>
                        <a:path w="2477669" h="1803019">
                          <a:moveTo>
                            <a:pt x="722132" y="1803020"/>
                          </a:moveTo>
                          <a:cubicBezTo>
                            <a:pt x="694414" y="1713961"/>
                            <a:pt x="667077" y="1634522"/>
                            <a:pt x="645360" y="1553274"/>
                          </a:cubicBezTo>
                          <a:cubicBezTo>
                            <a:pt x="634597" y="1512888"/>
                            <a:pt x="614594" y="1491647"/>
                            <a:pt x="578876" y="1477645"/>
                          </a:cubicBezTo>
                          <a:cubicBezTo>
                            <a:pt x="412379" y="1412495"/>
                            <a:pt x="260360" y="1320864"/>
                            <a:pt x="142631" y="1175036"/>
                          </a:cubicBezTo>
                          <a:cubicBezTo>
                            <a:pt x="-61966" y="921671"/>
                            <a:pt x="-44631" y="611632"/>
                            <a:pt x="182921" y="382175"/>
                          </a:cubicBezTo>
                          <a:cubicBezTo>
                            <a:pt x="356753" y="206820"/>
                            <a:pt x="567827" y="111665"/>
                            <a:pt x="795379" y="55277"/>
                          </a:cubicBezTo>
                          <a:cubicBezTo>
                            <a:pt x="961209" y="14224"/>
                            <a:pt x="1130087" y="-6921"/>
                            <a:pt x="1300585" y="2032"/>
                          </a:cubicBezTo>
                          <a:cubicBezTo>
                            <a:pt x="1593383" y="17368"/>
                            <a:pt x="1875323" y="78709"/>
                            <a:pt x="2129260" y="246920"/>
                          </a:cubicBezTo>
                          <a:cubicBezTo>
                            <a:pt x="2265277" y="337027"/>
                            <a:pt x="2379386" y="449993"/>
                            <a:pt x="2440918" y="614395"/>
                          </a:cubicBezTo>
                          <a:cubicBezTo>
                            <a:pt x="2513784" y="808990"/>
                            <a:pt x="2474256" y="984155"/>
                            <a:pt x="2358050" y="1142746"/>
                          </a:cubicBezTo>
                          <a:cubicBezTo>
                            <a:pt x="2196697" y="1363060"/>
                            <a:pt x="1970002" y="1468311"/>
                            <a:pt x="1727686" y="1536510"/>
                          </a:cubicBezTo>
                          <a:cubicBezTo>
                            <a:pt x="1524518" y="1593660"/>
                            <a:pt x="1316682" y="1619378"/>
                            <a:pt x="1105513" y="1596422"/>
                          </a:cubicBezTo>
                          <a:cubicBezTo>
                            <a:pt x="1086272" y="1594327"/>
                            <a:pt x="1063984" y="1605280"/>
                            <a:pt x="1045791" y="1615567"/>
                          </a:cubicBezTo>
                          <a:cubicBezTo>
                            <a:pt x="939587" y="1675861"/>
                            <a:pt x="834241" y="1737868"/>
                            <a:pt x="722132" y="1803020"/>
                          </a:cubicBezTo>
                          <a:close/>
                        </a:path>
                      </a:pathLst>
                    </a:custGeom>
                    <a:solidFill>
                      <a:schemeClr val="accent1">
                        <a:alpha val="15000"/>
                      </a:schemeClr>
                    </a:solidFill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 anchorCtr="0"/>
                    <a:lstStyle/>
                    <a:p>
                      <a:pPr algn="l"/>
                      <a:endParaRPr/>
                    </a:p>
                  </p:txBody>
                </p:sp>
                <p:sp>
                  <p:nvSpPr>
                    <p:cNvPr id="43" name="任意多边形: 形状 42" descr="ed013ba7-18d1-446d-9a16-8c9012230609">
                      <a:extLst>
                        <a:ext uri="{FF2B5EF4-FFF2-40B4-BE49-F238E27FC236}">
                          <a16:creationId xmlns:a16="http://schemas.microsoft.com/office/drawing/2014/main" id="{A98EE980-B6B6-A8D8-E15C-3B506151040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22514" y="2817160"/>
                      <a:ext cx="2635137" cy="1933855"/>
                    </a:xfrm>
                    <a:custGeom>
                      <a:avLst/>
                      <a:gdLst>
                        <a:gd name="connsiteX0" fmla="*/ 346348 w 2278526"/>
                        <a:gd name="connsiteY0" fmla="*/ 218602 h 1672148"/>
                        <a:gd name="connsiteX1" fmla="*/ 367684 w 2278526"/>
                        <a:gd name="connsiteY1" fmla="*/ 244986 h 1672148"/>
                        <a:gd name="connsiteX2" fmla="*/ 266242 w 2278526"/>
                        <a:gd name="connsiteY2" fmla="*/ 314328 h 1672148"/>
                        <a:gd name="connsiteX3" fmla="*/ 251383 w 2278526"/>
                        <a:gd name="connsiteY3" fmla="*/ 284896 h 1672148"/>
                        <a:gd name="connsiteX4" fmla="*/ 346348 w 2278526"/>
                        <a:gd name="connsiteY4" fmla="*/ 218602 h 1672148"/>
                        <a:gd name="connsiteX5" fmla="*/ 1121111 w 2278526"/>
                        <a:gd name="connsiteY5" fmla="*/ 4 h 1672148"/>
                        <a:gd name="connsiteX6" fmla="*/ 1936451 w 2278526"/>
                        <a:gd name="connsiteY6" fmla="*/ 215935 h 1672148"/>
                        <a:gd name="connsiteX7" fmla="*/ 2196103 w 2278526"/>
                        <a:gd name="connsiteY7" fmla="*/ 469491 h 1672148"/>
                        <a:gd name="connsiteX8" fmla="*/ 2162860 w 2278526"/>
                        <a:gd name="connsiteY8" fmla="*/ 1073948 h 1672148"/>
                        <a:gd name="connsiteX9" fmla="*/ 1606791 w 2278526"/>
                        <a:gd name="connsiteY9" fmla="*/ 1426182 h 1672148"/>
                        <a:gd name="connsiteX10" fmla="*/ 1100823 w 2278526"/>
                        <a:gd name="connsiteY10" fmla="*/ 1491523 h 1672148"/>
                        <a:gd name="connsiteX11" fmla="*/ 898131 w 2278526"/>
                        <a:gd name="connsiteY11" fmla="*/ 1545244 h 1672148"/>
                        <a:gd name="connsiteX12" fmla="*/ 694296 w 2278526"/>
                        <a:gd name="connsiteY12" fmla="*/ 1663640 h 1672148"/>
                        <a:gd name="connsiteX13" fmla="*/ 647242 w 2278526"/>
                        <a:gd name="connsiteY13" fmla="*/ 1643543 h 1672148"/>
                        <a:gd name="connsiteX14" fmla="*/ 585711 w 2278526"/>
                        <a:gd name="connsiteY14" fmla="*/ 1444184 h 1672148"/>
                        <a:gd name="connsiteX15" fmla="*/ 519131 w 2278526"/>
                        <a:gd name="connsiteY15" fmla="*/ 1371032 h 1672148"/>
                        <a:gd name="connsiteX16" fmla="*/ 125653 w 2278526"/>
                        <a:gd name="connsiteY16" fmla="*/ 1090426 h 1672148"/>
                        <a:gd name="connsiteX17" fmla="*/ 166611 w 2278526"/>
                        <a:gd name="connsiteY17" fmla="*/ 357382 h 1672148"/>
                        <a:gd name="connsiteX18" fmla="*/ 213093 w 2278526"/>
                        <a:gd name="connsiteY18" fmla="*/ 343285 h 1672148"/>
                        <a:gd name="connsiteX19" fmla="*/ 197757 w 2278526"/>
                        <a:gd name="connsiteY19" fmla="*/ 389862 h 1672148"/>
                        <a:gd name="connsiteX20" fmla="*/ 189185 w 2278526"/>
                        <a:gd name="connsiteY20" fmla="*/ 1094903 h 1672148"/>
                        <a:gd name="connsiteX21" fmla="*/ 536943 w 2278526"/>
                        <a:gd name="connsiteY21" fmla="*/ 1329313 h 1672148"/>
                        <a:gd name="connsiteX22" fmla="*/ 630478 w 2278526"/>
                        <a:gd name="connsiteY22" fmla="*/ 1433516 h 1672148"/>
                        <a:gd name="connsiteX23" fmla="*/ 675722 w 2278526"/>
                        <a:gd name="connsiteY23" fmla="*/ 1583344 h 1672148"/>
                        <a:gd name="connsiteX24" fmla="*/ 717727 w 2278526"/>
                        <a:gd name="connsiteY24" fmla="*/ 1598585 h 1672148"/>
                        <a:gd name="connsiteX25" fmla="*/ 947756 w 2278526"/>
                        <a:gd name="connsiteY25" fmla="*/ 1465044 h 1672148"/>
                        <a:gd name="connsiteX26" fmla="*/ 1042911 w 2278526"/>
                        <a:gd name="connsiteY26" fmla="*/ 1443898 h 1672148"/>
                        <a:gd name="connsiteX27" fmla="*/ 1897494 w 2278526"/>
                        <a:gd name="connsiteY27" fmla="*/ 1253303 h 1672148"/>
                        <a:gd name="connsiteX28" fmla="*/ 2134285 w 2278526"/>
                        <a:gd name="connsiteY28" fmla="*/ 1036038 h 1672148"/>
                        <a:gd name="connsiteX29" fmla="*/ 2069706 w 2278526"/>
                        <a:gd name="connsiteY29" fmla="*/ 379956 h 1672148"/>
                        <a:gd name="connsiteX30" fmla="*/ 1580502 w 2278526"/>
                        <a:gd name="connsiteY30" fmla="*/ 108398 h 1672148"/>
                        <a:gd name="connsiteX31" fmla="*/ 467982 w 2278526"/>
                        <a:gd name="connsiteY31" fmla="*/ 195457 h 1672148"/>
                        <a:gd name="connsiteX32" fmla="*/ 423024 w 2278526"/>
                        <a:gd name="connsiteY32" fmla="*/ 193933 h 1672148"/>
                        <a:gd name="connsiteX33" fmla="*/ 449408 w 2278526"/>
                        <a:gd name="connsiteY33" fmla="*/ 153356 h 1672148"/>
                        <a:gd name="connsiteX34" fmla="*/ 1121111 w 2278526"/>
                        <a:gd name="connsiteY34" fmla="*/ 4 h 167214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</a:cxnLst>
                      <a:rect l="l" t="t" r="r" b="b"/>
                      <a:pathLst>
                        <a:path w="2278526" h="1672148">
                          <a:moveTo>
                            <a:pt x="346348" y="218602"/>
                          </a:moveTo>
                          <a:cubicBezTo>
                            <a:pt x="363112" y="214220"/>
                            <a:pt x="372637" y="226698"/>
                            <a:pt x="367684" y="244986"/>
                          </a:cubicBezTo>
                          <a:cubicBezTo>
                            <a:pt x="364636" y="256130"/>
                            <a:pt x="279768" y="315185"/>
                            <a:pt x="266242" y="314328"/>
                          </a:cubicBezTo>
                          <a:cubicBezTo>
                            <a:pt x="249859" y="312233"/>
                            <a:pt x="241382" y="296802"/>
                            <a:pt x="251383" y="284896"/>
                          </a:cubicBezTo>
                          <a:cubicBezTo>
                            <a:pt x="276625" y="254892"/>
                            <a:pt x="307295" y="228794"/>
                            <a:pt x="346348" y="218602"/>
                          </a:cubicBezTo>
                          <a:close/>
                          <a:moveTo>
                            <a:pt x="1121111" y="4"/>
                          </a:moveTo>
                          <a:cubicBezTo>
                            <a:pt x="1443627" y="14196"/>
                            <a:pt x="1703374" y="67441"/>
                            <a:pt x="1936451" y="215935"/>
                          </a:cubicBezTo>
                          <a:cubicBezTo>
                            <a:pt x="2040654" y="282325"/>
                            <a:pt x="2132095" y="361954"/>
                            <a:pt x="2196103" y="469491"/>
                          </a:cubicBezTo>
                          <a:cubicBezTo>
                            <a:pt x="2316784" y="672278"/>
                            <a:pt x="2304307" y="885067"/>
                            <a:pt x="2162860" y="1073948"/>
                          </a:cubicBezTo>
                          <a:cubicBezTo>
                            <a:pt x="2021985" y="1262161"/>
                            <a:pt x="1825866" y="1362555"/>
                            <a:pt x="1606791" y="1426182"/>
                          </a:cubicBezTo>
                          <a:cubicBezTo>
                            <a:pt x="1441722" y="1474093"/>
                            <a:pt x="1272939" y="1505811"/>
                            <a:pt x="1100823" y="1491523"/>
                          </a:cubicBezTo>
                          <a:cubicBezTo>
                            <a:pt x="1022908" y="1485047"/>
                            <a:pt x="960996" y="1503620"/>
                            <a:pt x="898131" y="1545244"/>
                          </a:cubicBezTo>
                          <a:cubicBezTo>
                            <a:pt x="832694" y="1588583"/>
                            <a:pt x="761447" y="1622778"/>
                            <a:pt x="694296" y="1663640"/>
                          </a:cubicBezTo>
                          <a:cubicBezTo>
                            <a:pt x="664863" y="1681547"/>
                            <a:pt x="655243" y="1669451"/>
                            <a:pt x="647242" y="1643543"/>
                          </a:cubicBezTo>
                          <a:cubicBezTo>
                            <a:pt x="626763" y="1577058"/>
                            <a:pt x="603999" y="1511240"/>
                            <a:pt x="585711" y="1444184"/>
                          </a:cubicBezTo>
                          <a:cubicBezTo>
                            <a:pt x="575519" y="1406656"/>
                            <a:pt x="554564" y="1385129"/>
                            <a:pt x="519131" y="1371032"/>
                          </a:cubicBezTo>
                          <a:cubicBezTo>
                            <a:pt x="365112" y="1309882"/>
                            <a:pt x="230523" y="1221394"/>
                            <a:pt x="125653" y="1090426"/>
                          </a:cubicBezTo>
                          <a:cubicBezTo>
                            <a:pt x="-55798" y="863731"/>
                            <a:pt x="-39510" y="559216"/>
                            <a:pt x="166611" y="357382"/>
                          </a:cubicBezTo>
                          <a:cubicBezTo>
                            <a:pt x="179184" y="345094"/>
                            <a:pt x="192614" y="322044"/>
                            <a:pt x="213093" y="343285"/>
                          </a:cubicBezTo>
                          <a:cubicBezTo>
                            <a:pt x="233095" y="364049"/>
                            <a:pt x="209854" y="376908"/>
                            <a:pt x="197757" y="389862"/>
                          </a:cubicBezTo>
                          <a:cubicBezTo>
                            <a:pt x="-3506" y="604746"/>
                            <a:pt x="-6554" y="874589"/>
                            <a:pt x="189185" y="1094903"/>
                          </a:cubicBezTo>
                          <a:cubicBezTo>
                            <a:pt x="285197" y="1203011"/>
                            <a:pt x="404069" y="1277021"/>
                            <a:pt x="536943" y="1329313"/>
                          </a:cubicBezTo>
                          <a:cubicBezTo>
                            <a:pt x="587616" y="1349220"/>
                            <a:pt x="616953" y="1381605"/>
                            <a:pt x="630478" y="1433516"/>
                          </a:cubicBezTo>
                          <a:cubicBezTo>
                            <a:pt x="643623" y="1483999"/>
                            <a:pt x="663339" y="1532672"/>
                            <a:pt x="675722" y="1583344"/>
                          </a:cubicBezTo>
                          <a:cubicBezTo>
                            <a:pt x="683532" y="1615348"/>
                            <a:pt x="695343" y="1611824"/>
                            <a:pt x="717727" y="1598585"/>
                          </a:cubicBezTo>
                          <a:cubicBezTo>
                            <a:pt x="794022" y="1553436"/>
                            <a:pt x="871270" y="1509811"/>
                            <a:pt x="947756" y="1465044"/>
                          </a:cubicBezTo>
                          <a:cubicBezTo>
                            <a:pt x="977474" y="1447613"/>
                            <a:pt x="1007763" y="1441708"/>
                            <a:pt x="1042911" y="1443898"/>
                          </a:cubicBezTo>
                          <a:cubicBezTo>
                            <a:pt x="1345996" y="1463139"/>
                            <a:pt x="1632413" y="1403894"/>
                            <a:pt x="1897494" y="1253303"/>
                          </a:cubicBezTo>
                          <a:cubicBezTo>
                            <a:pt x="1992458" y="1199392"/>
                            <a:pt x="2070468" y="1124811"/>
                            <a:pt x="2134285" y="1036038"/>
                          </a:cubicBezTo>
                          <a:cubicBezTo>
                            <a:pt x="2285352" y="825631"/>
                            <a:pt x="2261920" y="573980"/>
                            <a:pt x="2069706" y="379956"/>
                          </a:cubicBezTo>
                          <a:cubicBezTo>
                            <a:pt x="1933498" y="242510"/>
                            <a:pt x="1765382" y="158119"/>
                            <a:pt x="1580502" y="108398"/>
                          </a:cubicBezTo>
                          <a:cubicBezTo>
                            <a:pt x="1199978" y="6004"/>
                            <a:pt x="828027" y="27626"/>
                            <a:pt x="467982" y="195457"/>
                          </a:cubicBezTo>
                          <a:cubicBezTo>
                            <a:pt x="453123" y="202410"/>
                            <a:pt x="435120" y="216888"/>
                            <a:pt x="423024" y="193933"/>
                          </a:cubicBezTo>
                          <a:cubicBezTo>
                            <a:pt x="409212" y="167929"/>
                            <a:pt x="433215" y="161071"/>
                            <a:pt x="449408" y="153356"/>
                          </a:cubicBezTo>
                          <a:cubicBezTo>
                            <a:pt x="678198" y="44771"/>
                            <a:pt x="920419" y="-473"/>
                            <a:pt x="1121111" y="4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 anchorCtr="0"/>
                    <a:lstStyle/>
                    <a:p>
                      <a:pPr algn="l"/>
                      <a:endParaRPr/>
                    </a:p>
                  </p:txBody>
                </p:sp>
              </p:grpSp>
              <p:sp>
                <p:nvSpPr>
                  <p:cNvPr id="29" name="任意多边形: 形状 28" descr="e74400df-5d04-4ac1-b425-0a69de6e4f9a">
                    <a:extLst>
                      <a:ext uri="{FF2B5EF4-FFF2-40B4-BE49-F238E27FC236}">
                        <a16:creationId xmlns:a16="http://schemas.microsoft.com/office/drawing/2014/main" id="{763B3AAE-02AE-CC54-BCE2-9873B26A3AD1}"/>
                      </a:ext>
                    </a:extLst>
                  </p:cNvPr>
                  <p:cNvSpPr/>
                  <p:nvPr/>
                </p:nvSpPr>
                <p:spPr>
                  <a:xfrm>
                    <a:off x="2026610" y="4302079"/>
                    <a:ext cx="1077529" cy="833337"/>
                  </a:xfrm>
                  <a:custGeom>
                    <a:avLst/>
                    <a:gdLst>
                      <a:gd name="connsiteX0" fmla="*/ 722132 w 2477669"/>
                      <a:gd name="connsiteY0" fmla="*/ 1803020 h 1803019"/>
                      <a:gd name="connsiteX1" fmla="*/ 645360 w 2477669"/>
                      <a:gd name="connsiteY1" fmla="*/ 1553274 h 1803019"/>
                      <a:gd name="connsiteX2" fmla="*/ 578876 w 2477669"/>
                      <a:gd name="connsiteY2" fmla="*/ 1477645 h 1803019"/>
                      <a:gd name="connsiteX3" fmla="*/ 142631 w 2477669"/>
                      <a:gd name="connsiteY3" fmla="*/ 1175036 h 1803019"/>
                      <a:gd name="connsiteX4" fmla="*/ 182921 w 2477669"/>
                      <a:gd name="connsiteY4" fmla="*/ 382175 h 1803019"/>
                      <a:gd name="connsiteX5" fmla="*/ 795379 w 2477669"/>
                      <a:gd name="connsiteY5" fmla="*/ 55277 h 1803019"/>
                      <a:gd name="connsiteX6" fmla="*/ 1300585 w 2477669"/>
                      <a:gd name="connsiteY6" fmla="*/ 2032 h 1803019"/>
                      <a:gd name="connsiteX7" fmla="*/ 2129260 w 2477669"/>
                      <a:gd name="connsiteY7" fmla="*/ 246920 h 1803019"/>
                      <a:gd name="connsiteX8" fmla="*/ 2440918 w 2477669"/>
                      <a:gd name="connsiteY8" fmla="*/ 614395 h 1803019"/>
                      <a:gd name="connsiteX9" fmla="*/ 2358050 w 2477669"/>
                      <a:gd name="connsiteY9" fmla="*/ 1142746 h 1803019"/>
                      <a:gd name="connsiteX10" fmla="*/ 1727686 w 2477669"/>
                      <a:gd name="connsiteY10" fmla="*/ 1536510 h 1803019"/>
                      <a:gd name="connsiteX11" fmla="*/ 1105513 w 2477669"/>
                      <a:gd name="connsiteY11" fmla="*/ 1596422 h 1803019"/>
                      <a:gd name="connsiteX12" fmla="*/ 1045791 w 2477669"/>
                      <a:gd name="connsiteY12" fmla="*/ 1615567 h 1803019"/>
                      <a:gd name="connsiteX13" fmla="*/ 722132 w 2477669"/>
                      <a:gd name="connsiteY13" fmla="*/ 1803020 h 180301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</a:cxnLst>
                    <a:rect l="l" t="t" r="r" b="b"/>
                    <a:pathLst>
                      <a:path w="2477669" h="1803019">
                        <a:moveTo>
                          <a:pt x="722132" y="1803020"/>
                        </a:moveTo>
                        <a:cubicBezTo>
                          <a:pt x="694414" y="1713961"/>
                          <a:pt x="667077" y="1634522"/>
                          <a:pt x="645360" y="1553274"/>
                        </a:cubicBezTo>
                        <a:cubicBezTo>
                          <a:pt x="634597" y="1512888"/>
                          <a:pt x="614594" y="1491647"/>
                          <a:pt x="578876" y="1477645"/>
                        </a:cubicBezTo>
                        <a:cubicBezTo>
                          <a:pt x="412379" y="1412495"/>
                          <a:pt x="260360" y="1320864"/>
                          <a:pt x="142631" y="1175036"/>
                        </a:cubicBezTo>
                        <a:cubicBezTo>
                          <a:pt x="-61966" y="921671"/>
                          <a:pt x="-44631" y="611632"/>
                          <a:pt x="182921" y="382175"/>
                        </a:cubicBezTo>
                        <a:cubicBezTo>
                          <a:pt x="356753" y="206820"/>
                          <a:pt x="567827" y="111665"/>
                          <a:pt x="795379" y="55277"/>
                        </a:cubicBezTo>
                        <a:cubicBezTo>
                          <a:pt x="961209" y="14224"/>
                          <a:pt x="1130087" y="-6921"/>
                          <a:pt x="1300585" y="2032"/>
                        </a:cubicBezTo>
                        <a:cubicBezTo>
                          <a:pt x="1593383" y="17368"/>
                          <a:pt x="1875323" y="78709"/>
                          <a:pt x="2129260" y="246920"/>
                        </a:cubicBezTo>
                        <a:cubicBezTo>
                          <a:pt x="2265277" y="337027"/>
                          <a:pt x="2379386" y="449993"/>
                          <a:pt x="2440918" y="614395"/>
                        </a:cubicBezTo>
                        <a:cubicBezTo>
                          <a:pt x="2513784" y="808990"/>
                          <a:pt x="2474256" y="984155"/>
                          <a:pt x="2358050" y="1142746"/>
                        </a:cubicBezTo>
                        <a:cubicBezTo>
                          <a:pt x="2196697" y="1363060"/>
                          <a:pt x="1970002" y="1468311"/>
                          <a:pt x="1727686" y="1536510"/>
                        </a:cubicBezTo>
                        <a:cubicBezTo>
                          <a:pt x="1524518" y="1593660"/>
                          <a:pt x="1316682" y="1619378"/>
                          <a:pt x="1105513" y="1596422"/>
                        </a:cubicBezTo>
                        <a:cubicBezTo>
                          <a:pt x="1086272" y="1594327"/>
                          <a:pt x="1063984" y="1605280"/>
                          <a:pt x="1045791" y="1615567"/>
                        </a:cubicBezTo>
                        <a:cubicBezTo>
                          <a:pt x="939587" y="1675861"/>
                          <a:pt x="834241" y="1737868"/>
                          <a:pt x="722132" y="180302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 anchorCtr="0"/>
                  <a:lstStyle/>
                  <a:p>
                    <a:pPr algn="l"/>
                    <a:endParaRPr/>
                  </a:p>
                </p:txBody>
              </p:sp>
            </p:grpSp>
            <p:sp>
              <p:nvSpPr>
                <p:cNvPr id="53" name="Text1" descr="463931dd-4a58-4dc6-becf-5e913545a83c">
                  <a:extLst>
                    <a:ext uri="{FF2B5EF4-FFF2-40B4-BE49-F238E27FC236}">
                      <a16:creationId xmlns:a16="http://schemas.microsoft.com/office/drawing/2014/main" id="{2C15F064-AA5C-2404-F817-3198735CB8A3}"/>
                    </a:ext>
                  </a:extLst>
                </p:cNvPr>
                <p:cNvSpPr txBox="1"/>
                <p:nvPr/>
              </p:nvSpPr>
              <p:spPr>
                <a:xfrm>
                  <a:off x="2465223" y="3429001"/>
                  <a:ext cx="2810681" cy="731942"/>
                </a:xfrm>
                <a:prstGeom prst="rect">
                  <a:avLst/>
                </a:prstGeom>
                <a:noFill/>
              </p:spPr>
              <p:txBody>
                <a:bodyPr wrap="square" rtlCol="0" anchor="t" anchorCtr="0">
                  <a:normAutofit/>
                </a:bodyPr>
                <a:lstStyle>
                  <a:defPPr>
                    <a:defRPr lang="zh-CN"/>
                  </a:defPPr>
                  <a:lvl1pPr marL="0" algn="ctr" defTabSz="914400" rtl="0" eaLnBrk="1" latinLnBrk="0" hangingPunct="1">
                    <a:lnSpc>
                      <a:spcPct val="150000"/>
                    </a:lnSpc>
                    <a:defRPr sz="1200" kern="1200">
                      <a:solidFill>
                        <a:schemeClr val="bg1">
                          <a:lumMod val="50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lnSpc>
                      <a:spcPct val="120000"/>
                    </a:lnSpc>
                  </a:pPr>
                  <a:r>
                    <a:rPr lang="en-US" sz="1400" b="0" i="0" u="none">
                      <a:solidFill>
                        <a:srgbClr val="000000"/>
                      </a:solidFill>
                      <a:ea typeface="微软雅黑"/>
                    </a:rPr>
                    <a:t>实现登录、资料编辑、隐私和通知设置功能。</a:t>
                  </a:r>
                </a:p>
              </p:txBody>
            </p:sp>
            <p:sp>
              <p:nvSpPr>
                <p:cNvPr id="54" name="Bullet1" descr="cb4877eb-795b-41d1-9f26-1345e9ef6ac9">
                  <a:extLst>
                    <a:ext uri="{FF2B5EF4-FFF2-40B4-BE49-F238E27FC236}">
                      <a16:creationId xmlns:a16="http://schemas.microsoft.com/office/drawing/2014/main" id="{17B6CFF9-0734-42D9-2E23-8DD4F37C8025}"/>
                    </a:ext>
                  </a:extLst>
                </p:cNvPr>
                <p:cNvSpPr txBox="1"/>
                <p:nvPr/>
              </p:nvSpPr>
              <p:spPr>
                <a:xfrm>
                  <a:off x="2465223" y="2781021"/>
                  <a:ext cx="2810679" cy="647981"/>
                </a:xfrm>
                <a:prstGeom prst="rect">
                  <a:avLst/>
                </a:prstGeom>
                <a:noFill/>
              </p:spPr>
              <p:txBody>
                <a:bodyPr wrap="square" rtlCol="0" anchor="b" anchorCtr="0">
                  <a:noAutofit/>
                </a:bodyPr>
                <a:lstStyle>
                  <a:defPPr>
                    <a:defRPr lang="zh-CN"/>
                  </a:defPPr>
                  <a:lvl1pPr marL="0" algn="ctr" defTabSz="914400" rtl="0" eaLnBrk="1" latinLnBrk="0" hangingPunct="1">
                    <a:lnSpc>
                      <a:spcPct val="150000"/>
                    </a:lnSpc>
                    <a:defRPr sz="1200" kern="1200">
                      <a:solidFill>
                        <a:schemeClr val="bg1">
                          <a:lumMod val="50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lnSpc>
                      <a:spcPct val="100000"/>
                    </a:lnSpc>
                  </a:pPr>
                  <a:r>
                    <a:rPr lang="en-US" sz="2000" b="1" i="0" u="none" dirty="0" err="1">
                      <a:solidFill>
                        <a:srgbClr val="000000"/>
                      </a:solidFill>
                      <a:ea typeface="微软雅黑"/>
                    </a:rPr>
                    <a:t>用户系统</a:t>
                  </a:r>
                  <a:endParaRPr lang="en-US" sz="2000" b="1" i="0" u="none" dirty="0">
                    <a:solidFill>
                      <a:srgbClr val="000000"/>
                    </a:solidFill>
                    <a:ea typeface="微软雅黑"/>
                  </a:endParaRPr>
                </a:p>
              </p:txBody>
            </p:sp>
            <p:sp>
              <p:nvSpPr>
                <p:cNvPr id="55" name="Number1" descr="b7112b77-2267-4adc-a75a-daa211883050">
                  <a:extLst>
                    <a:ext uri="{FF2B5EF4-FFF2-40B4-BE49-F238E27FC236}">
                      <a16:creationId xmlns:a16="http://schemas.microsoft.com/office/drawing/2014/main" id="{815C891C-874E-6522-7A5E-64484D3B5680}"/>
                    </a:ext>
                  </a:extLst>
                </p:cNvPr>
                <p:cNvSpPr/>
                <p:nvPr/>
              </p:nvSpPr>
              <p:spPr>
                <a:xfrm>
                  <a:off x="2102751" y="4217196"/>
                  <a:ext cx="826188" cy="700308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 anchorCtr="0">
                  <a:normAutofit/>
                </a:bodyPr>
                <a:lstStyle/>
                <a:p>
                  <a:pPr algn="ctr"/>
                  <a:r>
                    <a:rPr lang="en-US" sz="2000" b="1" i="1" u="none">
                      <a:solidFill>
                        <a:srgbClr val="FFFFFF"/>
                      </a:solidFill>
                      <a:latin typeface="Arial"/>
                    </a:rPr>
                    <a:t>01</a:t>
                  </a:r>
                </a:p>
              </p:txBody>
            </p:sp>
          </p:grpSp>
          <p:grpSp>
            <p:nvGrpSpPr>
              <p:cNvPr id="59" name="组合 58" descr="3a4ffa04-8381-4fbb-8bf9-349836f2a492">
                <a:extLst>
                  <a:ext uri="{FF2B5EF4-FFF2-40B4-BE49-F238E27FC236}">
                    <a16:creationId xmlns:a16="http://schemas.microsoft.com/office/drawing/2014/main" id="{D14F2CF5-7D38-265B-DEA6-AFCDCD3C4452}"/>
                  </a:ext>
                </a:extLst>
              </p:cNvPr>
              <p:cNvGrpSpPr/>
              <p:nvPr/>
            </p:nvGrpSpPr>
            <p:grpSpPr>
              <a:xfrm>
                <a:off x="4575586" y="2462149"/>
                <a:ext cx="3023318" cy="2170365"/>
                <a:chOff x="1920192" y="2358204"/>
                <a:chExt cx="3729657" cy="2724073"/>
              </a:xfrm>
            </p:grpSpPr>
            <p:grpSp>
              <p:nvGrpSpPr>
                <p:cNvPr id="60" name="组合 59" descr="99dce1a9-9680-42d3-b90a-53644be850da">
                  <a:extLst>
                    <a:ext uri="{FF2B5EF4-FFF2-40B4-BE49-F238E27FC236}">
                      <a16:creationId xmlns:a16="http://schemas.microsoft.com/office/drawing/2014/main" id="{E681D94A-75BD-F5FA-B401-BEC3C55BBE5A}"/>
                    </a:ext>
                  </a:extLst>
                </p:cNvPr>
                <p:cNvGrpSpPr/>
                <p:nvPr/>
              </p:nvGrpSpPr>
              <p:grpSpPr>
                <a:xfrm>
                  <a:off x="1920192" y="2358204"/>
                  <a:ext cx="3729657" cy="2724073"/>
                  <a:chOff x="2026610" y="2671517"/>
                  <a:chExt cx="3373440" cy="2463899"/>
                </a:xfrm>
              </p:grpSpPr>
              <p:grpSp>
                <p:nvGrpSpPr>
                  <p:cNvPr id="288" name="组合 287" descr="b49dfa51-96ce-4d36-b7fb-9c03dac33c09">
                    <a:extLst>
                      <a:ext uri="{FF2B5EF4-FFF2-40B4-BE49-F238E27FC236}">
                        <a16:creationId xmlns:a16="http://schemas.microsoft.com/office/drawing/2014/main" id="{E16275FF-C302-9575-26B3-CFF5C6032434}"/>
                      </a:ext>
                    </a:extLst>
                  </p:cNvPr>
                  <p:cNvGrpSpPr/>
                  <p:nvPr/>
                </p:nvGrpSpPr>
                <p:grpSpPr>
                  <a:xfrm flipH="1">
                    <a:off x="2212067" y="2671517"/>
                    <a:ext cx="3187983" cy="2339574"/>
                    <a:chOff x="1422514" y="2817160"/>
                    <a:chExt cx="2635137" cy="1933855"/>
                  </a:xfrm>
                </p:grpSpPr>
                <p:sp>
                  <p:nvSpPr>
                    <p:cNvPr id="290" name="ComponentBackground2" descr="dbe10f4b-e456-4287-912b-4b62e7213e5d">
                      <a:extLst>
                        <a:ext uri="{FF2B5EF4-FFF2-40B4-BE49-F238E27FC236}">
                          <a16:creationId xmlns:a16="http://schemas.microsoft.com/office/drawing/2014/main" id="{E66635FB-046C-5749-3E66-E4146E6A3F3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520975" y="2868032"/>
                      <a:ext cx="2512936" cy="1828683"/>
                    </a:xfrm>
                    <a:custGeom>
                      <a:avLst/>
                      <a:gdLst>
                        <a:gd name="connsiteX0" fmla="*/ 722132 w 2477669"/>
                        <a:gd name="connsiteY0" fmla="*/ 1803020 h 1803019"/>
                        <a:gd name="connsiteX1" fmla="*/ 645360 w 2477669"/>
                        <a:gd name="connsiteY1" fmla="*/ 1553274 h 1803019"/>
                        <a:gd name="connsiteX2" fmla="*/ 578876 w 2477669"/>
                        <a:gd name="connsiteY2" fmla="*/ 1477645 h 1803019"/>
                        <a:gd name="connsiteX3" fmla="*/ 142631 w 2477669"/>
                        <a:gd name="connsiteY3" fmla="*/ 1175036 h 1803019"/>
                        <a:gd name="connsiteX4" fmla="*/ 182921 w 2477669"/>
                        <a:gd name="connsiteY4" fmla="*/ 382175 h 1803019"/>
                        <a:gd name="connsiteX5" fmla="*/ 795379 w 2477669"/>
                        <a:gd name="connsiteY5" fmla="*/ 55277 h 1803019"/>
                        <a:gd name="connsiteX6" fmla="*/ 1300585 w 2477669"/>
                        <a:gd name="connsiteY6" fmla="*/ 2032 h 1803019"/>
                        <a:gd name="connsiteX7" fmla="*/ 2129260 w 2477669"/>
                        <a:gd name="connsiteY7" fmla="*/ 246920 h 1803019"/>
                        <a:gd name="connsiteX8" fmla="*/ 2440918 w 2477669"/>
                        <a:gd name="connsiteY8" fmla="*/ 614395 h 1803019"/>
                        <a:gd name="connsiteX9" fmla="*/ 2358050 w 2477669"/>
                        <a:gd name="connsiteY9" fmla="*/ 1142746 h 1803019"/>
                        <a:gd name="connsiteX10" fmla="*/ 1727686 w 2477669"/>
                        <a:gd name="connsiteY10" fmla="*/ 1536510 h 1803019"/>
                        <a:gd name="connsiteX11" fmla="*/ 1105513 w 2477669"/>
                        <a:gd name="connsiteY11" fmla="*/ 1596422 h 1803019"/>
                        <a:gd name="connsiteX12" fmla="*/ 1045791 w 2477669"/>
                        <a:gd name="connsiteY12" fmla="*/ 1615567 h 1803019"/>
                        <a:gd name="connsiteX13" fmla="*/ 722132 w 2477669"/>
                        <a:gd name="connsiteY13" fmla="*/ 1803020 h 180301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</a:cxnLst>
                      <a:rect l="l" t="t" r="r" b="b"/>
                      <a:pathLst>
                        <a:path w="2477669" h="1803019">
                          <a:moveTo>
                            <a:pt x="722132" y="1803020"/>
                          </a:moveTo>
                          <a:cubicBezTo>
                            <a:pt x="694414" y="1713961"/>
                            <a:pt x="667077" y="1634522"/>
                            <a:pt x="645360" y="1553274"/>
                          </a:cubicBezTo>
                          <a:cubicBezTo>
                            <a:pt x="634597" y="1512888"/>
                            <a:pt x="614594" y="1491647"/>
                            <a:pt x="578876" y="1477645"/>
                          </a:cubicBezTo>
                          <a:cubicBezTo>
                            <a:pt x="412379" y="1412495"/>
                            <a:pt x="260360" y="1320864"/>
                            <a:pt x="142631" y="1175036"/>
                          </a:cubicBezTo>
                          <a:cubicBezTo>
                            <a:pt x="-61966" y="921671"/>
                            <a:pt x="-44631" y="611632"/>
                            <a:pt x="182921" y="382175"/>
                          </a:cubicBezTo>
                          <a:cubicBezTo>
                            <a:pt x="356753" y="206820"/>
                            <a:pt x="567827" y="111665"/>
                            <a:pt x="795379" y="55277"/>
                          </a:cubicBezTo>
                          <a:cubicBezTo>
                            <a:pt x="961209" y="14224"/>
                            <a:pt x="1130087" y="-6921"/>
                            <a:pt x="1300585" y="2032"/>
                          </a:cubicBezTo>
                          <a:cubicBezTo>
                            <a:pt x="1593383" y="17368"/>
                            <a:pt x="1875323" y="78709"/>
                            <a:pt x="2129260" y="246920"/>
                          </a:cubicBezTo>
                          <a:cubicBezTo>
                            <a:pt x="2265277" y="337027"/>
                            <a:pt x="2379386" y="449993"/>
                            <a:pt x="2440918" y="614395"/>
                          </a:cubicBezTo>
                          <a:cubicBezTo>
                            <a:pt x="2513784" y="808990"/>
                            <a:pt x="2474256" y="984155"/>
                            <a:pt x="2358050" y="1142746"/>
                          </a:cubicBezTo>
                          <a:cubicBezTo>
                            <a:pt x="2196697" y="1363060"/>
                            <a:pt x="1970002" y="1468311"/>
                            <a:pt x="1727686" y="1536510"/>
                          </a:cubicBezTo>
                          <a:cubicBezTo>
                            <a:pt x="1524518" y="1593660"/>
                            <a:pt x="1316682" y="1619378"/>
                            <a:pt x="1105513" y="1596422"/>
                          </a:cubicBezTo>
                          <a:cubicBezTo>
                            <a:pt x="1086272" y="1594327"/>
                            <a:pt x="1063984" y="1605280"/>
                            <a:pt x="1045791" y="1615567"/>
                          </a:cubicBezTo>
                          <a:cubicBezTo>
                            <a:pt x="939587" y="1675861"/>
                            <a:pt x="834241" y="1737868"/>
                            <a:pt x="722132" y="1803020"/>
                          </a:cubicBezTo>
                          <a:close/>
                        </a:path>
                      </a:pathLst>
                    </a:custGeom>
                    <a:solidFill>
                      <a:schemeClr val="accent2">
                        <a:alpha val="15000"/>
                      </a:schemeClr>
                    </a:solidFill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 anchorCtr="0"/>
                    <a:lstStyle/>
                    <a:p>
                      <a:pPr algn="l"/>
                      <a:endParaRPr/>
                    </a:p>
                  </p:txBody>
                </p:sp>
                <p:sp>
                  <p:nvSpPr>
                    <p:cNvPr id="291" name="任意多边形: 形状 290" descr="d4e1be21-7271-40ad-8c3a-af827c25ed6d">
                      <a:extLst>
                        <a:ext uri="{FF2B5EF4-FFF2-40B4-BE49-F238E27FC236}">
                          <a16:creationId xmlns:a16="http://schemas.microsoft.com/office/drawing/2014/main" id="{C853ED1F-49A6-2539-1EE3-8692DEE9F35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22514" y="2817160"/>
                      <a:ext cx="2635137" cy="1933855"/>
                    </a:xfrm>
                    <a:custGeom>
                      <a:avLst/>
                      <a:gdLst>
                        <a:gd name="connsiteX0" fmla="*/ 346348 w 2278526"/>
                        <a:gd name="connsiteY0" fmla="*/ 218602 h 1672148"/>
                        <a:gd name="connsiteX1" fmla="*/ 367684 w 2278526"/>
                        <a:gd name="connsiteY1" fmla="*/ 244986 h 1672148"/>
                        <a:gd name="connsiteX2" fmla="*/ 266242 w 2278526"/>
                        <a:gd name="connsiteY2" fmla="*/ 314328 h 1672148"/>
                        <a:gd name="connsiteX3" fmla="*/ 251383 w 2278526"/>
                        <a:gd name="connsiteY3" fmla="*/ 284896 h 1672148"/>
                        <a:gd name="connsiteX4" fmla="*/ 346348 w 2278526"/>
                        <a:gd name="connsiteY4" fmla="*/ 218602 h 1672148"/>
                        <a:gd name="connsiteX5" fmla="*/ 1121111 w 2278526"/>
                        <a:gd name="connsiteY5" fmla="*/ 4 h 1672148"/>
                        <a:gd name="connsiteX6" fmla="*/ 1936451 w 2278526"/>
                        <a:gd name="connsiteY6" fmla="*/ 215935 h 1672148"/>
                        <a:gd name="connsiteX7" fmla="*/ 2196103 w 2278526"/>
                        <a:gd name="connsiteY7" fmla="*/ 469491 h 1672148"/>
                        <a:gd name="connsiteX8" fmla="*/ 2162860 w 2278526"/>
                        <a:gd name="connsiteY8" fmla="*/ 1073948 h 1672148"/>
                        <a:gd name="connsiteX9" fmla="*/ 1606791 w 2278526"/>
                        <a:gd name="connsiteY9" fmla="*/ 1426182 h 1672148"/>
                        <a:gd name="connsiteX10" fmla="*/ 1100823 w 2278526"/>
                        <a:gd name="connsiteY10" fmla="*/ 1491523 h 1672148"/>
                        <a:gd name="connsiteX11" fmla="*/ 898131 w 2278526"/>
                        <a:gd name="connsiteY11" fmla="*/ 1545244 h 1672148"/>
                        <a:gd name="connsiteX12" fmla="*/ 694296 w 2278526"/>
                        <a:gd name="connsiteY12" fmla="*/ 1663640 h 1672148"/>
                        <a:gd name="connsiteX13" fmla="*/ 647242 w 2278526"/>
                        <a:gd name="connsiteY13" fmla="*/ 1643543 h 1672148"/>
                        <a:gd name="connsiteX14" fmla="*/ 585711 w 2278526"/>
                        <a:gd name="connsiteY14" fmla="*/ 1444184 h 1672148"/>
                        <a:gd name="connsiteX15" fmla="*/ 519131 w 2278526"/>
                        <a:gd name="connsiteY15" fmla="*/ 1371032 h 1672148"/>
                        <a:gd name="connsiteX16" fmla="*/ 125653 w 2278526"/>
                        <a:gd name="connsiteY16" fmla="*/ 1090426 h 1672148"/>
                        <a:gd name="connsiteX17" fmla="*/ 166611 w 2278526"/>
                        <a:gd name="connsiteY17" fmla="*/ 357382 h 1672148"/>
                        <a:gd name="connsiteX18" fmla="*/ 213093 w 2278526"/>
                        <a:gd name="connsiteY18" fmla="*/ 343285 h 1672148"/>
                        <a:gd name="connsiteX19" fmla="*/ 197757 w 2278526"/>
                        <a:gd name="connsiteY19" fmla="*/ 389862 h 1672148"/>
                        <a:gd name="connsiteX20" fmla="*/ 189185 w 2278526"/>
                        <a:gd name="connsiteY20" fmla="*/ 1094903 h 1672148"/>
                        <a:gd name="connsiteX21" fmla="*/ 536943 w 2278526"/>
                        <a:gd name="connsiteY21" fmla="*/ 1329313 h 1672148"/>
                        <a:gd name="connsiteX22" fmla="*/ 630478 w 2278526"/>
                        <a:gd name="connsiteY22" fmla="*/ 1433516 h 1672148"/>
                        <a:gd name="connsiteX23" fmla="*/ 675722 w 2278526"/>
                        <a:gd name="connsiteY23" fmla="*/ 1583344 h 1672148"/>
                        <a:gd name="connsiteX24" fmla="*/ 717727 w 2278526"/>
                        <a:gd name="connsiteY24" fmla="*/ 1598585 h 1672148"/>
                        <a:gd name="connsiteX25" fmla="*/ 947756 w 2278526"/>
                        <a:gd name="connsiteY25" fmla="*/ 1465044 h 1672148"/>
                        <a:gd name="connsiteX26" fmla="*/ 1042911 w 2278526"/>
                        <a:gd name="connsiteY26" fmla="*/ 1443898 h 1672148"/>
                        <a:gd name="connsiteX27" fmla="*/ 1897494 w 2278526"/>
                        <a:gd name="connsiteY27" fmla="*/ 1253303 h 1672148"/>
                        <a:gd name="connsiteX28" fmla="*/ 2134285 w 2278526"/>
                        <a:gd name="connsiteY28" fmla="*/ 1036038 h 1672148"/>
                        <a:gd name="connsiteX29" fmla="*/ 2069706 w 2278526"/>
                        <a:gd name="connsiteY29" fmla="*/ 379956 h 1672148"/>
                        <a:gd name="connsiteX30" fmla="*/ 1580502 w 2278526"/>
                        <a:gd name="connsiteY30" fmla="*/ 108398 h 1672148"/>
                        <a:gd name="connsiteX31" fmla="*/ 467982 w 2278526"/>
                        <a:gd name="connsiteY31" fmla="*/ 195457 h 1672148"/>
                        <a:gd name="connsiteX32" fmla="*/ 423024 w 2278526"/>
                        <a:gd name="connsiteY32" fmla="*/ 193933 h 1672148"/>
                        <a:gd name="connsiteX33" fmla="*/ 449408 w 2278526"/>
                        <a:gd name="connsiteY33" fmla="*/ 153356 h 1672148"/>
                        <a:gd name="connsiteX34" fmla="*/ 1121111 w 2278526"/>
                        <a:gd name="connsiteY34" fmla="*/ 4 h 167214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</a:cxnLst>
                      <a:rect l="l" t="t" r="r" b="b"/>
                      <a:pathLst>
                        <a:path w="2278526" h="1672148">
                          <a:moveTo>
                            <a:pt x="346348" y="218602"/>
                          </a:moveTo>
                          <a:cubicBezTo>
                            <a:pt x="363112" y="214220"/>
                            <a:pt x="372637" y="226698"/>
                            <a:pt x="367684" y="244986"/>
                          </a:cubicBezTo>
                          <a:cubicBezTo>
                            <a:pt x="364636" y="256130"/>
                            <a:pt x="279768" y="315185"/>
                            <a:pt x="266242" y="314328"/>
                          </a:cubicBezTo>
                          <a:cubicBezTo>
                            <a:pt x="249859" y="312233"/>
                            <a:pt x="241382" y="296802"/>
                            <a:pt x="251383" y="284896"/>
                          </a:cubicBezTo>
                          <a:cubicBezTo>
                            <a:pt x="276625" y="254892"/>
                            <a:pt x="307295" y="228794"/>
                            <a:pt x="346348" y="218602"/>
                          </a:cubicBezTo>
                          <a:close/>
                          <a:moveTo>
                            <a:pt x="1121111" y="4"/>
                          </a:moveTo>
                          <a:cubicBezTo>
                            <a:pt x="1443627" y="14196"/>
                            <a:pt x="1703374" y="67441"/>
                            <a:pt x="1936451" y="215935"/>
                          </a:cubicBezTo>
                          <a:cubicBezTo>
                            <a:pt x="2040654" y="282325"/>
                            <a:pt x="2132095" y="361954"/>
                            <a:pt x="2196103" y="469491"/>
                          </a:cubicBezTo>
                          <a:cubicBezTo>
                            <a:pt x="2316784" y="672278"/>
                            <a:pt x="2304307" y="885067"/>
                            <a:pt x="2162860" y="1073948"/>
                          </a:cubicBezTo>
                          <a:cubicBezTo>
                            <a:pt x="2021985" y="1262161"/>
                            <a:pt x="1825866" y="1362555"/>
                            <a:pt x="1606791" y="1426182"/>
                          </a:cubicBezTo>
                          <a:cubicBezTo>
                            <a:pt x="1441722" y="1474093"/>
                            <a:pt x="1272939" y="1505811"/>
                            <a:pt x="1100823" y="1491523"/>
                          </a:cubicBezTo>
                          <a:cubicBezTo>
                            <a:pt x="1022908" y="1485047"/>
                            <a:pt x="960996" y="1503620"/>
                            <a:pt x="898131" y="1545244"/>
                          </a:cubicBezTo>
                          <a:cubicBezTo>
                            <a:pt x="832694" y="1588583"/>
                            <a:pt x="761447" y="1622778"/>
                            <a:pt x="694296" y="1663640"/>
                          </a:cubicBezTo>
                          <a:cubicBezTo>
                            <a:pt x="664863" y="1681547"/>
                            <a:pt x="655243" y="1669451"/>
                            <a:pt x="647242" y="1643543"/>
                          </a:cubicBezTo>
                          <a:cubicBezTo>
                            <a:pt x="626763" y="1577058"/>
                            <a:pt x="603999" y="1511240"/>
                            <a:pt x="585711" y="1444184"/>
                          </a:cubicBezTo>
                          <a:cubicBezTo>
                            <a:pt x="575519" y="1406656"/>
                            <a:pt x="554564" y="1385129"/>
                            <a:pt x="519131" y="1371032"/>
                          </a:cubicBezTo>
                          <a:cubicBezTo>
                            <a:pt x="365112" y="1309882"/>
                            <a:pt x="230523" y="1221394"/>
                            <a:pt x="125653" y="1090426"/>
                          </a:cubicBezTo>
                          <a:cubicBezTo>
                            <a:pt x="-55798" y="863731"/>
                            <a:pt x="-39510" y="559216"/>
                            <a:pt x="166611" y="357382"/>
                          </a:cubicBezTo>
                          <a:cubicBezTo>
                            <a:pt x="179184" y="345094"/>
                            <a:pt x="192614" y="322044"/>
                            <a:pt x="213093" y="343285"/>
                          </a:cubicBezTo>
                          <a:cubicBezTo>
                            <a:pt x="233095" y="364049"/>
                            <a:pt x="209854" y="376908"/>
                            <a:pt x="197757" y="389862"/>
                          </a:cubicBezTo>
                          <a:cubicBezTo>
                            <a:pt x="-3506" y="604746"/>
                            <a:pt x="-6554" y="874589"/>
                            <a:pt x="189185" y="1094903"/>
                          </a:cubicBezTo>
                          <a:cubicBezTo>
                            <a:pt x="285197" y="1203011"/>
                            <a:pt x="404069" y="1277021"/>
                            <a:pt x="536943" y="1329313"/>
                          </a:cubicBezTo>
                          <a:cubicBezTo>
                            <a:pt x="587616" y="1349220"/>
                            <a:pt x="616953" y="1381605"/>
                            <a:pt x="630478" y="1433516"/>
                          </a:cubicBezTo>
                          <a:cubicBezTo>
                            <a:pt x="643623" y="1483999"/>
                            <a:pt x="663339" y="1532672"/>
                            <a:pt x="675722" y="1583344"/>
                          </a:cubicBezTo>
                          <a:cubicBezTo>
                            <a:pt x="683532" y="1615348"/>
                            <a:pt x="695343" y="1611824"/>
                            <a:pt x="717727" y="1598585"/>
                          </a:cubicBezTo>
                          <a:cubicBezTo>
                            <a:pt x="794022" y="1553436"/>
                            <a:pt x="871270" y="1509811"/>
                            <a:pt x="947756" y="1465044"/>
                          </a:cubicBezTo>
                          <a:cubicBezTo>
                            <a:pt x="977474" y="1447613"/>
                            <a:pt x="1007763" y="1441708"/>
                            <a:pt x="1042911" y="1443898"/>
                          </a:cubicBezTo>
                          <a:cubicBezTo>
                            <a:pt x="1345996" y="1463139"/>
                            <a:pt x="1632413" y="1403894"/>
                            <a:pt x="1897494" y="1253303"/>
                          </a:cubicBezTo>
                          <a:cubicBezTo>
                            <a:pt x="1992458" y="1199392"/>
                            <a:pt x="2070468" y="1124811"/>
                            <a:pt x="2134285" y="1036038"/>
                          </a:cubicBezTo>
                          <a:cubicBezTo>
                            <a:pt x="2285352" y="825631"/>
                            <a:pt x="2261920" y="573980"/>
                            <a:pt x="2069706" y="379956"/>
                          </a:cubicBezTo>
                          <a:cubicBezTo>
                            <a:pt x="1933498" y="242510"/>
                            <a:pt x="1765382" y="158119"/>
                            <a:pt x="1580502" y="108398"/>
                          </a:cubicBezTo>
                          <a:cubicBezTo>
                            <a:pt x="1199978" y="6004"/>
                            <a:pt x="828027" y="27626"/>
                            <a:pt x="467982" y="195457"/>
                          </a:cubicBezTo>
                          <a:cubicBezTo>
                            <a:pt x="453123" y="202410"/>
                            <a:pt x="435120" y="216888"/>
                            <a:pt x="423024" y="193933"/>
                          </a:cubicBezTo>
                          <a:cubicBezTo>
                            <a:pt x="409212" y="167929"/>
                            <a:pt x="433215" y="161071"/>
                            <a:pt x="449408" y="153356"/>
                          </a:cubicBezTo>
                          <a:cubicBezTo>
                            <a:pt x="678198" y="44771"/>
                            <a:pt x="920419" y="-473"/>
                            <a:pt x="1121111" y="4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 anchorCtr="0"/>
                    <a:lstStyle/>
                    <a:p>
                      <a:pPr algn="l"/>
                      <a:endParaRPr/>
                    </a:p>
                  </p:txBody>
                </p:sp>
              </p:grpSp>
              <p:sp>
                <p:nvSpPr>
                  <p:cNvPr id="289" name="任意多边形: 形状 288" descr="c53f7490-4798-4ab3-b18f-c0f54738ee39">
                    <a:extLst>
                      <a:ext uri="{FF2B5EF4-FFF2-40B4-BE49-F238E27FC236}">
                        <a16:creationId xmlns:a16="http://schemas.microsoft.com/office/drawing/2014/main" id="{16D09E3E-E8E8-34DA-6B91-9602604B7059}"/>
                      </a:ext>
                    </a:extLst>
                  </p:cNvPr>
                  <p:cNvSpPr/>
                  <p:nvPr/>
                </p:nvSpPr>
                <p:spPr>
                  <a:xfrm>
                    <a:off x="2026610" y="4302079"/>
                    <a:ext cx="1077529" cy="833337"/>
                  </a:xfrm>
                  <a:custGeom>
                    <a:avLst/>
                    <a:gdLst>
                      <a:gd name="connsiteX0" fmla="*/ 722132 w 2477669"/>
                      <a:gd name="connsiteY0" fmla="*/ 1803020 h 1803019"/>
                      <a:gd name="connsiteX1" fmla="*/ 645360 w 2477669"/>
                      <a:gd name="connsiteY1" fmla="*/ 1553274 h 1803019"/>
                      <a:gd name="connsiteX2" fmla="*/ 578876 w 2477669"/>
                      <a:gd name="connsiteY2" fmla="*/ 1477645 h 1803019"/>
                      <a:gd name="connsiteX3" fmla="*/ 142631 w 2477669"/>
                      <a:gd name="connsiteY3" fmla="*/ 1175036 h 1803019"/>
                      <a:gd name="connsiteX4" fmla="*/ 182921 w 2477669"/>
                      <a:gd name="connsiteY4" fmla="*/ 382175 h 1803019"/>
                      <a:gd name="connsiteX5" fmla="*/ 795379 w 2477669"/>
                      <a:gd name="connsiteY5" fmla="*/ 55277 h 1803019"/>
                      <a:gd name="connsiteX6" fmla="*/ 1300585 w 2477669"/>
                      <a:gd name="connsiteY6" fmla="*/ 2032 h 1803019"/>
                      <a:gd name="connsiteX7" fmla="*/ 2129260 w 2477669"/>
                      <a:gd name="connsiteY7" fmla="*/ 246920 h 1803019"/>
                      <a:gd name="connsiteX8" fmla="*/ 2440918 w 2477669"/>
                      <a:gd name="connsiteY8" fmla="*/ 614395 h 1803019"/>
                      <a:gd name="connsiteX9" fmla="*/ 2358050 w 2477669"/>
                      <a:gd name="connsiteY9" fmla="*/ 1142746 h 1803019"/>
                      <a:gd name="connsiteX10" fmla="*/ 1727686 w 2477669"/>
                      <a:gd name="connsiteY10" fmla="*/ 1536510 h 1803019"/>
                      <a:gd name="connsiteX11" fmla="*/ 1105513 w 2477669"/>
                      <a:gd name="connsiteY11" fmla="*/ 1596422 h 1803019"/>
                      <a:gd name="connsiteX12" fmla="*/ 1045791 w 2477669"/>
                      <a:gd name="connsiteY12" fmla="*/ 1615567 h 1803019"/>
                      <a:gd name="connsiteX13" fmla="*/ 722132 w 2477669"/>
                      <a:gd name="connsiteY13" fmla="*/ 1803020 h 180301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</a:cxnLst>
                    <a:rect l="l" t="t" r="r" b="b"/>
                    <a:pathLst>
                      <a:path w="2477669" h="1803019">
                        <a:moveTo>
                          <a:pt x="722132" y="1803020"/>
                        </a:moveTo>
                        <a:cubicBezTo>
                          <a:pt x="694414" y="1713961"/>
                          <a:pt x="667077" y="1634522"/>
                          <a:pt x="645360" y="1553274"/>
                        </a:cubicBezTo>
                        <a:cubicBezTo>
                          <a:pt x="634597" y="1512888"/>
                          <a:pt x="614594" y="1491647"/>
                          <a:pt x="578876" y="1477645"/>
                        </a:cubicBezTo>
                        <a:cubicBezTo>
                          <a:pt x="412379" y="1412495"/>
                          <a:pt x="260360" y="1320864"/>
                          <a:pt x="142631" y="1175036"/>
                        </a:cubicBezTo>
                        <a:cubicBezTo>
                          <a:pt x="-61966" y="921671"/>
                          <a:pt x="-44631" y="611632"/>
                          <a:pt x="182921" y="382175"/>
                        </a:cubicBezTo>
                        <a:cubicBezTo>
                          <a:pt x="356753" y="206820"/>
                          <a:pt x="567827" y="111665"/>
                          <a:pt x="795379" y="55277"/>
                        </a:cubicBezTo>
                        <a:cubicBezTo>
                          <a:pt x="961209" y="14224"/>
                          <a:pt x="1130087" y="-6921"/>
                          <a:pt x="1300585" y="2032"/>
                        </a:cubicBezTo>
                        <a:cubicBezTo>
                          <a:pt x="1593383" y="17368"/>
                          <a:pt x="1875323" y="78709"/>
                          <a:pt x="2129260" y="246920"/>
                        </a:cubicBezTo>
                        <a:cubicBezTo>
                          <a:pt x="2265277" y="337027"/>
                          <a:pt x="2379386" y="449993"/>
                          <a:pt x="2440918" y="614395"/>
                        </a:cubicBezTo>
                        <a:cubicBezTo>
                          <a:pt x="2513784" y="808990"/>
                          <a:pt x="2474256" y="984155"/>
                          <a:pt x="2358050" y="1142746"/>
                        </a:cubicBezTo>
                        <a:cubicBezTo>
                          <a:pt x="2196697" y="1363060"/>
                          <a:pt x="1970002" y="1468311"/>
                          <a:pt x="1727686" y="1536510"/>
                        </a:cubicBezTo>
                        <a:cubicBezTo>
                          <a:pt x="1524518" y="1593660"/>
                          <a:pt x="1316682" y="1619378"/>
                          <a:pt x="1105513" y="1596422"/>
                        </a:cubicBezTo>
                        <a:cubicBezTo>
                          <a:pt x="1086272" y="1594327"/>
                          <a:pt x="1063984" y="1605280"/>
                          <a:pt x="1045791" y="1615567"/>
                        </a:cubicBezTo>
                        <a:cubicBezTo>
                          <a:pt x="939587" y="1675861"/>
                          <a:pt x="834241" y="1737868"/>
                          <a:pt x="722132" y="180302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 anchorCtr="0"/>
                  <a:lstStyle/>
                  <a:p>
                    <a:pPr algn="l"/>
                    <a:endParaRPr/>
                  </a:p>
                </p:txBody>
              </p:sp>
            </p:grpSp>
            <p:sp>
              <p:nvSpPr>
                <p:cNvPr id="61" name="Text2" descr="7bc8c65e-40c3-481d-a560-f6ee01ede04f">
                  <a:extLst>
                    <a:ext uri="{FF2B5EF4-FFF2-40B4-BE49-F238E27FC236}">
                      <a16:creationId xmlns:a16="http://schemas.microsoft.com/office/drawing/2014/main" id="{CF7C9E2A-5608-5D4A-E760-EB4F37C4DF62}"/>
                    </a:ext>
                  </a:extLst>
                </p:cNvPr>
                <p:cNvSpPr txBox="1"/>
                <p:nvPr/>
              </p:nvSpPr>
              <p:spPr>
                <a:xfrm>
                  <a:off x="2465223" y="3429001"/>
                  <a:ext cx="2810681" cy="731942"/>
                </a:xfrm>
                <a:prstGeom prst="rect">
                  <a:avLst/>
                </a:prstGeom>
                <a:noFill/>
              </p:spPr>
              <p:txBody>
                <a:bodyPr wrap="square" rtlCol="0" anchor="t" anchorCtr="0">
                  <a:normAutofit/>
                </a:bodyPr>
                <a:lstStyle>
                  <a:defPPr>
                    <a:defRPr lang="zh-CN"/>
                  </a:defPPr>
                  <a:lvl1pPr marL="0" algn="ctr" defTabSz="914400" rtl="0" eaLnBrk="1" latinLnBrk="0" hangingPunct="1">
                    <a:lnSpc>
                      <a:spcPct val="150000"/>
                    </a:lnSpc>
                    <a:defRPr sz="1200" kern="1200">
                      <a:solidFill>
                        <a:schemeClr val="bg1">
                          <a:lumMod val="50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lnSpc>
                      <a:spcPct val="120000"/>
                    </a:lnSpc>
                  </a:pPr>
                  <a:r>
                    <a:rPr lang="en-US" sz="1400" b="0" i="0" u="none">
                      <a:solidFill>
                        <a:srgbClr val="000000"/>
                      </a:solidFill>
                      <a:ea typeface="微软雅黑"/>
                    </a:rPr>
                    <a:t>包含任务界面、完成反馈、日程规划和添加功能。</a:t>
                  </a:r>
                </a:p>
              </p:txBody>
            </p:sp>
            <p:sp>
              <p:nvSpPr>
                <p:cNvPr id="62" name="Bullet2" descr="897dc671-3744-40d4-8905-74842c4a9634">
                  <a:extLst>
                    <a:ext uri="{FF2B5EF4-FFF2-40B4-BE49-F238E27FC236}">
                      <a16:creationId xmlns:a16="http://schemas.microsoft.com/office/drawing/2014/main" id="{E000D8EF-3F79-69F9-1DA2-03ACC8E93B33}"/>
                    </a:ext>
                  </a:extLst>
                </p:cNvPr>
                <p:cNvSpPr txBox="1"/>
                <p:nvPr/>
              </p:nvSpPr>
              <p:spPr>
                <a:xfrm>
                  <a:off x="2465223" y="2781021"/>
                  <a:ext cx="2810679" cy="647981"/>
                </a:xfrm>
                <a:prstGeom prst="rect">
                  <a:avLst/>
                </a:prstGeom>
                <a:noFill/>
              </p:spPr>
              <p:txBody>
                <a:bodyPr wrap="square" rtlCol="0" anchor="b" anchorCtr="0">
                  <a:noAutofit/>
                </a:bodyPr>
                <a:lstStyle>
                  <a:defPPr>
                    <a:defRPr lang="zh-CN"/>
                  </a:defPPr>
                  <a:lvl1pPr marL="0" algn="ctr" defTabSz="914400" rtl="0" eaLnBrk="1" latinLnBrk="0" hangingPunct="1">
                    <a:lnSpc>
                      <a:spcPct val="150000"/>
                    </a:lnSpc>
                    <a:defRPr sz="1200" kern="1200">
                      <a:solidFill>
                        <a:schemeClr val="bg1">
                          <a:lumMod val="50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lnSpc>
                      <a:spcPct val="100000"/>
                    </a:lnSpc>
                  </a:pPr>
                  <a:r>
                    <a:rPr lang="en-US" sz="2000" b="1" i="0" u="none">
                      <a:solidFill>
                        <a:srgbClr val="000000"/>
                      </a:solidFill>
                      <a:ea typeface="微软雅黑"/>
                    </a:rPr>
                    <a:t>任务与日程系统</a:t>
                  </a:r>
                </a:p>
              </p:txBody>
            </p:sp>
            <p:sp>
              <p:nvSpPr>
                <p:cNvPr id="63" name="Number2" descr="6a586578-90db-4268-a56e-f451ae46e829">
                  <a:extLst>
                    <a:ext uri="{FF2B5EF4-FFF2-40B4-BE49-F238E27FC236}">
                      <a16:creationId xmlns:a16="http://schemas.microsoft.com/office/drawing/2014/main" id="{FADE6572-7BA8-F85B-BCCF-8052B98D3E58}"/>
                    </a:ext>
                  </a:extLst>
                </p:cNvPr>
                <p:cNvSpPr/>
                <p:nvPr/>
              </p:nvSpPr>
              <p:spPr>
                <a:xfrm>
                  <a:off x="2102751" y="4217196"/>
                  <a:ext cx="826188" cy="700308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 anchorCtr="0">
                  <a:normAutofit/>
                </a:bodyPr>
                <a:lstStyle/>
                <a:p>
                  <a:pPr algn="ctr"/>
                  <a:r>
                    <a:rPr lang="en-US" sz="2000" b="1" i="1" u="none">
                      <a:solidFill>
                        <a:srgbClr val="FFFFFF"/>
                      </a:solidFill>
                      <a:latin typeface="Arial"/>
                    </a:rPr>
                    <a:t>02</a:t>
                  </a:r>
                </a:p>
              </p:txBody>
            </p:sp>
          </p:grpSp>
          <p:grpSp>
            <p:nvGrpSpPr>
              <p:cNvPr id="11" name="组合 1" descr="2b5ee46f-1176-4641-90d8-137621fd3dff">
                <a:extLst>
                  <a:ext uri="{FF2B5EF4-FFF2-40B4-BE49-F238E27FC236}">
                    <a16:creationId xmlns:a16="http://schemas.microsoft.com/office/drawing/2014/main" id="{7716CEC8-A0EA-FE5E-4B40-9DC360E6CB0B}"/>
                  </a:ext>
                </a:extLst>
              </p:cNvPr>
              <p:cNvGrpSpPr/>
              <p:nvPr/>
            </p:nvGrpSpPr>
            <p:grpSpPr>
              <a:xfrm>
                <a:off x="7627023" y="2462149"/>
                <a:ext cx="3023318" cy="2170365"/>
                <a:chOff x="1920192" y="2358204"/>
                <a:chExt cx="3729657" cy="2724073"/>
              </a:xfrm>
            </p:grpSpPr>
            <p:grpSp>
              <p:nvGrpSpPr>
                <p:cNvPr id="3" name="组合 2" descr="d7849d4e-1016-43e9-820c-6081f1d35eec">
                  <a:extLst>
                    <a:ext uri="{FF2B5EF4-FFF2-40B4-BE49-F238E27FC236}">
                      <a16:creationId xmlns:a16="http://schemas.microsoft.com/office/drawing/2014/main" id="{A7115C38-E6F3-E874-798E-35B9FD8FF76D}"/>
                    </a:ext>
                  </a:extLst>
                </p:cNvPr>
                <p:cNvGrpSpPr/>
                <p:nvPr/>
              </p:nvGrpSpPr>
              <p:grpSpPr>
                <a:xfrm>
                  <a:off x="1920192" y="2358204"/>
                  <a:ext cx="3729657" cy="2724073"/>
                  <a:chOff x="2026610" y="2671517"/>
                  <a:chExt cx="3373440" cy="2463899"/>
                </a:xfrm>
              </p:grpSpPr>
              <p:grpSp>
                <p:nvGrpSpPr>
                  <p:cNvPr id="7" name="组合 6" descr="5ca8bc22-b5b1-4e9e-a34d-0b1ea6d00e1d">
                    <a:extLst>
                      <a:ext uri="{FF2B5EF4-FFF2-40B4-BE49-F238E27FC236}">
                        <a16:creationId xmlns:a16="http://schemas.microsoft.com/office/drawing/2014/main" id="{84D83DE0-D850-3CE5-B25F-84D887217601}"/>
                      </a:ext>
                    </a:extLst>
                  </p:cNvPr>
                  <p:cNvGrpSpPr/>
                  <p:nvPr/>
                </p:nvGrpSpPr>
                <p:grpSpPr>
                  <a:xfrm flipH="1">
                    <a:off x="2212067" y="2671517"/>
                    <a:ext cx="3187983" cy="2339574"/>
                    <a:chOff x="1422514" y="2817160"/>
                    <a:chExt cx="2635137" cy="1933855"/>
                  </a:xfrm>
                </p:grpSpPr>
                <p:sp>
                  <p:nvSpPr>
                    <p:cNvPr id="9" name="ComponentBackground3" descr="e220100e-3fe7-4186-b24d-86e5b7c43f00">
                      <a:extLst>
                        <a:ext uri="{FF2B5EF4-FFF2-40B4-BE49-F238E27FC236}">
                          <a16:creationId xmlns:a16="http://schemas.microsoft.com/office/drawing/2014/main" id="{3F4D2557-381C-9476-F31F-A6F94A3670F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520975" y="2868032"/>
                      <a:ext cx="2512936" cy="1828683"/>
                    </a:xfrm>
                    <a:custGeom>
                      <a:avLst/>
                      <a:gdLst>
                        <a:gd name="connsiteX0" fmla="*/ 722132 w 2477669"/>
                        <a:gd name="connsiteY0" fmla="*/ 1803020 h 1803019"/>
                        <a:gd name="connsiteX1" fmla="*/ 645360 w 2477669"/>
                        <a:gd name="connsiteY1" fmla="*/ 1553274 h 1803019"/>
                        <a:gd name="connsiteX2" fmla="*/ 578876 w 2477669"/>
                        <a:gd name="connsiteY2" fmla="*/ 1477645 h 1803019"/>
                        <a:gd name="connsiteX3" fmla="*/ 142631 w 2477669"/>
                        <a:gd name="connsiteY3" fmla="*/ 1175036 h 1803019"/>
                        <a:gd name="connsiteX4" fmla="*/ 182921 w 2477669"/>
                        <a:gd name="connsiteY4" fmla="*/ 382175 h 1803019"/>
                        <a:gd name="connsiteX5" fmla="*/ 795379 w 2477669"/>
                        <a:gd name="connsiteY5" fmla="*/ 55277 h 1803019"/>
                        <a:gd name="connsiteX6" fmla="*/ 1300585 w 2477669"/>
                        <a:gd name="connsiteY6" fmla="*/ 2032 h 1803019"/>
                        <a:gd name="connsiteX7" fmla="*/ 2129260 w 2477669"/>
                        <a:gd name="connsiteY7" fmla="*/ 246920 h 1803019"/>
                        <a:gd name="connsiteX8" fmla="*/ 2440918 w 2477669"/>
                        <a:gd name="connsiteY8" fmla="*/ 614395 h 1803019"/>
                        <a:gd name="connsiteX9" fmla="*/ 2358050 w 2477669"/>
                        <a:gd name="connsiteY9" fmla="*/ 1142746 h 1803019"/>
                        <a:gd name="connsiteX10" fmla="*/ 1727686 w 2477669"/>
                        <a:gd name="connsiteY10" fmla="*/ 1536510 h 1803019"/>
                        <a:gd name="connsiteX11" fmla="*/ 1105513 w 2477669"/>
                        <a:gd name="connsiteY11" fmla="*/ 1596422 h 1803019"/>
                        <a:gd name="connsiteX12" fmla="*/ 1045791 w 2477669"/>
                        <a:gd name="connsiteY12" fmla="*/ 1615567 h 1803019"/>
                        <a:gd name="connsiteX13" fmla="*/ 722132 w 2477669"/>
                        <a:gd name="connsiteY13" fmla="*/ 1803020 h 180301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</a:cxnLst>
                      <a:rect l="l" t="t" r="r" b="b"/>
                      <a:pathLst>
                        <a:path w="2477669" h="1803019">
                          <a:moveTo>
                            <a:pt x="722132" y="1803020"/>
                          </a:moveTo>
                          <a:cubicBezTo>
                            <a:pt x="694414" y="1713961"/>
                            <a:pt x="667077" y="1634522"/>
                            <a:pt x="645360" y="1553274"/>
                          </a:cubicBezTo>
                          <a:cubicBezTo>
                            <a:pt x="634597" y="1512888"/>
                            <a:pt x="614594" y="1491647"/>
                            <a:pt x="578876" y="1477645"/>
                          </a:cubicBezTo>
                          <a:cubicBezTo>
                            <a:pt x="412379" y="1412495"/>
                            <a:pt x="260360" y="1320864"/>
                            <a:pt x="142631" y="1175036"/>
                          </a:cubicBezTo>
                          <a:cubicBezTo>
                            <a:pt x="-61966" y="921671"/>
                            <a:pt x="-44631" y="611632"/>
                            <a:pt x="182921" y="382175"/>
                          </a:cubicBezTo>
                          <a:cubicBezTo>
                            <a:pt x="356753" y="206820"/>
                            <a:pt x="567827" y="111665"/>
                            <a:pt x="795379" y="55277"/>
                          </a:cubicBezTo>
                          <a:cubicBezTo>
                            <a:pt x="961209" y="14224"/>
                            <a:pt x="1130087" y="-6921"/>
                            <a:pt x="1300585" y="2032"/>
                          </a:cubicBezTo>
                          <a:cubicBezTo>
                            <a:pt x="1593383" y="17368"/>
                            <a:pt x="1875323" y="78709"/>
                            <a:pt x="2129260" y="246920"/>
                          </a:cubicBezTo>
                          <a:cubicBezTo>
                            <a:pt x="2265277" y="337027"/>
                            <a:pt x="2379386" y="449993"/>
                            <a:pt x="2440918" y="614395"/>
                          </a:cubicBezTo>
                          <a:cubicBezTo>
                            <a:pt x="2513784" y="808990"/>
                            <a:pt x="2474256" y="984155"/>
                            <a:pt x="2358050" y="1142746"/>
                          </a:cubicBezTo>
                          <a:cubicBezTo>
                            <a:pt x="2196697" y="1363060"/>
                            <a:pt x="1970002" y="1468311"/>
                            <a:pt x="1727686" y="1536510"/>
                          </a:cubicBezTo>
                          <a:cubicBezTo>
                            <a:pt x="1524518" y="1593660"/>
                            <a:pt x="1316682" y="1619378"/>
                            <a:pt x="1105513" y="1596422"/>
                          </a:cubicBezTo>
                          <a:cubicBezTo>
                            <a:pt x="1086272" y="1594327"/>
                            <a:pt x="1063984" y="1605280"/>
                            <a:pt x="1045791" y="1615567"/>
                          </a:cubicBezTo>
                          <a:cubicBezTo>
                            <a:pt x="939587" y="1675861"/>
                            <a:pt x="834241" y="1737868"/>
                            <a:pt x="722132" y="1803020"/>
                          </a:cubicBezTo>
                          <a:close/>
                        </a:path>
                      </a:pathLst>
                    </a:custGeom>
                    <a:solidFill>
                      <a:schemeClr val="accent3">
                        <a:alpha val="15000"/>
                      </a:schemeClr>
                    </a:solidFill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 anchorCtr="0"/>
                    <a:lstStyle/>
                    <a:p>
                      <a:pPr algn="l"/>
                      <a:endParaRPr/>
                    </a:p>
                  </p:txBody>
                </p:sp>
                <p:sp>
                  <p:nvSpPr>
                    <p:cNvPr id="10" name="任意多边形: 形状 9" descr="09a2f10d-47e8-48ff-9ebf-0253247a48b0">
                      <a:extLst>
                        <a:ext uri="{FF2B5EF4-FFF2-40B4-BE49-F238E27FC236}">
                          <a16:creationId xmlns:a16="http://schemas.microsoft.com/office/drawing/2014/main" id="{3F834625-E14D-9061-A25E-3356BA65381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22514" y="2817160"/>
                      <a:ext cx="2635137" cy="1933855"/>
                    </a:xfrm>
                    <a:custGeom>
                      <a:avLst/>
                      <a:gdLst>
                        <a:gd name="connsiteX0" fmla="*/ 346348 w 2278526"/>
                        <a:gd name="connsiteY0" fmla="*/ 218602 h 1672148"/>
                        <a:gd name="connsiteX1" fmla="*/ 367684 w 2278526"/>
                        <a:gd name="connsiteY1" fmla="*/ 244986 h 1672148"/>
                        <a:gd name="connsiteX2" fmla="*/ 266242 w 2278526"/>
                        <a:gd name="connsiteY2" fmla="*/ 314328 h 1672148"/>
                        <a:gd name="connsiteX3" fmla="*/ 251383 w 2278526"/>
                        <a:gd name="connsiteY3" fmla="*/ 284896 h 1672148"/>
                        <a:gd name="connsiteX4" fmla="*/ 346348 w 2278526"/>
                        <a:gd name="connsiteY4" fmla="*/ 218602 h 1672148"/>
                        <a:gd name="connsiteX5" fmla="*/ 1121111 w 2278526"/>
                        <a:gd name="connsiteY5" fmla="*/ 4 h 1672148"/>
                        <a:gd name="connsiteX6" fmla="*/ 1936451 w 2278526"/>
                        <a:gd name="connsiteY6" fmla="*/ 215935 h 1672148"/>
                        <a:gd name="connsiteX7" fmla="*/ 2196103 w 2278526"/>
                        <a:gd name="connsiteY7" fmla="*/ 469491 h 1672148"/>
                        <a:gd name="connsiteX8" fmla="*/ 2162860 w 2278526"/>
                        <a:gd name="connsiteY8" fmla="*/ 1073948 h 1672148"/>
                        <a:gd name="connsiteX9" fmla="*/ 1606791 w 2278526"/>
                        <a:gd name="connsiteY9" fmla="*/ 1426182 h 1672148"/>
                        <a:gd name="connsiteX10" fmla="*/ 1100823 w 2278526"/>
                        <a:gd name="connsiteY10" fmla="*/ 1491523 h 1672148"/>
                        <a:gd name="connsiteX11" fmla="*/ 898131 w 2278526"/>
                        <a:gd name="connsiteY11" fmla="*/ 1545244 h 1672148"/>
                        <a:gd name="connsiteX12" fmla="*/ 694296 w 2278526"/>
                        <a:gd name="connsiteY12" fmla="*/ 1663640 h 1672148"/>
                        <a:gd name="connsiteX13" fmla="*/ 647242 w 2278526"/>
                        <a:gd name="connsiteY13" fmla="*/ 1643543 h 1672148"/>
                        <a:gd name="connsiteX14" fmla="*/ 585711 w 2278526"/>
                        <a:gd name="connsiteY14" fmla="*/ 1444184 h 1672148"/>
                        <a:gd name="connsiteX15" fmla="*/ 519131 w 2278526"/>
                        <a:gd name="connsiteY15" fmla="*/ 1371032 h 1672148"/>
                        <a:gd name="connsiteX16" fmla="*/ 125653 w 2278526"/>
                        <a:gd name="connsiteY16" fmla="*/ 1090426 h 1672148"/>
                        <a:gd name="connsiteX17" fmla="*/ 166611 w 2278526"/>
                        <a:gd name="connsiteY17" fmla="*/ 357382 h 1672148"/>
                        <a:gd name="connsiteX18" fmla="*/ 213093 w 2278526"/>
                        <a:gd name="connsiteY18" fmla="*/ 343285 h 1672148"/>
                        <a:gd name="connsiteX19" fmla="*/ 197757 w 2278526"/>
                        <a:gd name="connsiteY19" fmla="*/ 389862 h 1672148"/>
                        <a:gd name="connsiteX20" fmla="*/ 189185 w 2278526"/>
                        <a:gd name="connsiteY20" fmla="*/ 1094903 h 1672148"/>
                        <a:gd name="connsiteX21" fmla="*/ 536943 w 2278526"/>
                        <a:gd name="connsiteY21" fmla="*/ 1329313 h 1672148"/>
                        <a:gd name="connsiteX22" fmla="*/ 630478 w 2278526"/>
                        <a:gd name="connsiteY22" fmla="*/ 1433516 h 1672148"/>
                        <a:gd name="connsiteX23" fmla="*/ 675722 w 2278526"/>
                        <a:gd name="connsiteY23" fmla="*/ 1583344 h 1672148"/>
                        <a:gd name="connsiteX24" fmla="*/ 717727 w 2278526"/>
                        <a:gd name="connsiteY24" fmla="*/ 1598585 h 1672148"/>
                        <a:gd name="connsiteX25" fmla="*/ 947756 w 2278526"/>
                        <a:gd name="connsiteY25" fmla="*/ 1465044 h 1672148"/>
                        <a:gd name="connsiteX26" fmla="*/ 1042911 w 2278526"/>
                        <a:gd name="connsiteY26" fmla="*/ 1443898 h 1672148"/>
                        <a:gd name="connsiteX27" fmla="*/ 1897494 w 2278526"/>
                        <a:gd name="connsiteY27" fmla="*/ 1253303 h 1672148"/>
                        <a:gd name="connsiteX28" fmla="*/ 2134285 w 2278526"/>
                        <a:gd name="connsiteY28" fmla="*/ 1036038 h 1672148"/>
                        <a:gd name="connsiteX29" fmla="*/ 2069706 w 2278526"/>
                        <a:gd name="connsiteY29" fmla="*/ 379956 h 1672148"/>
                        <a:gd name="connsiteX30" fmla="*/ 1580502 w 2278526"/>
                        <a:gd name="connsiteY30" fmla="*/ 108398 h 1672148"/>
                        <a:gd name="connsiteX31" fmla="*/ 467982 w 2278526"/>
                        <a:gd name="connsiteY31" fmla="*/ 195457 h 1672148"/>
                        <a:gd name="connsiteX32" fmla="*/ 423024 w 2278526"/>
                        <a:gd name="connsiteY32" fmla="*/ 193933 h 1672148"/>
                        <a:gd name="connsiteX33" fmla="*/ 449408 w 2278526"/>
                        <a:gd name="connsiteY33" fmla="*/ 153356 h 1672148"/>
                        <a:gd name="connsiteX34" fmla="*/ 1121111 w 2278526"/>
                        <a:gd name="connsiteY34" fmla="*/ 4 h 167214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</a:cxnLst>
                      <a:rect l="l" t="t" r="r" b="b"/>
                      <a:pathLst>
                        <a:path w="2278526" h="1672148">
                          <a:moveTo>
                            <a:pt x="346348" y="218602"/>
                          </a:moveTo>
                          <a:cubicBezTo>
                            <a:pt x="363112" y="214220"/>
                            <a:pt x="372637" y="226698"/>
                            <a:pt x="367684" y="244986"/>
                          </a:cubicBezTo>
                          <a:cubicBezTo>
                            <a:pt x="364636" y="256130"/>
                            <a:pt x="279768" y="315185"/>
                            <a:pt x="266242" y="314328"/>
                          </a:cubicBezTo>
                          <a:cubicBezTo>
                            <a:pt x="249859" y="312233"/>
                            <a:pt x="241382" y="296802"/>
                            <a:pt x="251383" y="284896"/>
                          </a:cubicBezTo>
                          <a:cubicBezTo>
                            <a:pt x="276625" y="254892"/>
                            <a:pt x="307295" y="228794"/>
                            <a:pt x="346348" y="218602"/>
                          </a:cubicBezTo>
                          <a:close/>
                          <a:moveTo>
                            <a:pt x="1121111" y="4"/>
                          </a:moveTo>
                          <a:cubicBezTo>
                            <a:pt x="1443627" y="14196"/>
                            <a:pt x="1703374" y="67441"/>
                            <a:pt x="1936451" y="215935"/>
                          </a:cubicBezTo>
                          <a:cubicBezTo>
                            <a:pt x="2040654" y="282325"/>
                            <a:pt x="2132095" y="361954"/>
                            <a:pt x="2196103" y="469491"/>
                          </a:cubicBezTo>
                          <a:cubicBezTo>
                            <a:pt x="2316784" y="672278"/>
                            <a:pt x="2304307" y="885067"/>
                            <a:pt x="2162860" y="1073948"/>
                          </a:cubicBezTo>
                          <a:cubicBezTo>
                            <a:pt x="2021985" y="1262161"/>
                            <a:pt x="1825866" y="1362555"/>
                            <a:pt x="1606791" y="1426182"/>
                          </a:cubicBezTo>
                          <a:cubicBezTo>
                            <a:pt x="1441722" y="1474093"/>
                            <a:pt x="1272939" y="1505811"/>
                            <a:pt x="1100823" y="1491523"/>
                          </a:cubicBezTo>
                          <a:cubicBezTo>
                            <a:pt x="1022908" y="1485047"/>
                            <a:pt x="960996" y="1503620"/>
                            <a:pt x="898131" y="1545244"/>
                          </a:cubicBezTo>
                          <a:cubicBezTo>
                            <a:pt x="832694" y="1588583"/>
                            <a:pt x="761447" y="1622778"/>
                            <a:pt x="694296" y="1663640"/>
                          </a:cubicBezTo>
                          <a:cubicBezTo>
                            <a:pt x="664863" y="1681547"/>
                            <a:pt x="655243" y="1669451"/>
                            <a:pt x="647242" y="1643543"/>
                          </a:cubicBezTo>
                          <a:cubicBezTo>
                            <a:pt x="626763" y="1577058"/>
                            <a:pt x="603999" y="1511240"/>
                            <a:pt x="585711" y="1444184"/>
                          </a:cubicBezTo>
                          <a:cubicBezTo>
                            <a:pt x="575519" y="1406656"/>
                            <a:pt x="554564" y="1385129"/>
                            <a:pt x="519131" y="1371032"/>
                          </a:cubicBezTo>
                          <a:cubicBezTo>
                            <a:pt x="365112" y="1309882"/>
                            <a:pt x="230523" y="1221394"/>
                            <a:pt x="125653" y="1090426"/>
                          </a:cubicBezTo>
                          <a:cubicBezTo>
                            <a:pt x="-55798" y="863731"/>
                            <a:pt x="-39510" y="559216"/>
                            <a:pt x="166611" y="357382"/>
                          </a:cubicBezTo>
                          <a:cubicBezTo>
                            <a:pt x="179184" y="345094"/>
                            <a:pt x="192614" y="322044"/>
                            <a:pt x="213093" y="343285"/>
                          </a:cubicBezTo>
                          <a:cubicBezTo>
                            <a:pt x="233095" y="364049"/>
                            <a:pt x="209854" y="376908"/>
                            <a:pt x="197757" y="389862"/>
                          </a:cubicBezTo>
                          <a:cubicBezTo>
                            <a:pt x="-3506" y="604746"/>
                            <a:pt x="-6554" y="874589"/>
                            <a:pt x="189185" y="1094903"/>
                          </a:cubicBezTo>
                          <a:cubicBezTo>
                            <a:pt x="285197" y="1203011"/>
                            <a:pt x="404069" y="1277021"/>
                            <a:pt x="536943" y="1329313"/>
                          </a:cubicBezTo>
                          <a:cubicBezTo>
                            <a:pt x="587616" y="1349220"/>
                            <a:pt x="616953" y="1381605"/>
                            <a:pt x="630478" y="1433516"/>
                          </a:cubicBezTo>
                          <a:cubicBezTo>
                            <a:pt x="643623" y="1483999"/>
                            <a:pt x="663339" y="1532672"/>
                            <a:pt x="675722" y="1583344"/>
                          </a:cubicBezTo>
                          <a:cubicBezTo>
                            <a:pt x="683532" y="1615348"/>
                            <a:pt x="695343" y="1611824"/>
                            <a:pt x="717727" y="1598585"/>
                          </a:cubicBezTo>
                          <a:cubicBezTo>
                            <a:pt x="794022" y="1553436"/>
                            <a:pt x="871270" y="1509811"/>
                            <a:pt x="947756" y="1465044"/>
                          </a:cubicBezTo>
                          <a:cubicBezTo>
                            <a:pt x="977474" y="1447613"/>
                            <a:pt x="1007763" y="1441708"/>
                            <a:pt x="1042911" y="1443898"/>
                          </a:cubicBezTo>
                          <a:cubicBezTo>
                            <a:pt x="1345996" y="1463139"/>
                            <a:pt x="1632413" y="1403894"/>
                            <a:pt x="1897494" y="1253303"/>
                          </a:cubicBezTo>
                          <a:cubicBezTo>
                            <a:pt x="1992458" y="1199392"/>
                            <a:pt x="2070468" y="1124811"/>
                            <a:pt x="2134285" y="1036038"/>
                          </a:cubicBezTo>
                          <a:cubicBezTo>
                            <a:pt x="2285352" y="825631"/>
                            <a:pt x="2261920" y="573980"/>
                            <a:pt x="2069706" y="379956"/>
                          </a:cubicBezTo>
                          <a:cubicBezTo>
                            <a:pt x="1933498" y="242510"/>
                            <a:pt x="1765382" y="158119"/>
                            <a:pt x="1580502" y="108398"/>
                          </a:cubicBezTo>
                          <a:cubicBezTo>
                            <a:pt x="1199978" y="6004"/>
                            <a:pt x="828027" y="27626"/>
                            <a:pt x="467982" y="195457"/>
                          </a:cubicBezTo>
                          <a:cubicBezTo>
                            <a:pt x="453123" y="202410"/>
                            <a:pt x="435120" y="216888"/>
                            <a:pt x="423024" y="193933"/>
                          </a:cubicBezTo>
                          <a:cubicBezTo>
                            <a:pt x="409212" y="167929"/>
                            <a:pt x="433215" y="161071"/>
                            <a:pt x="449408" y="153356"/>
                          </a:cubicBezTo>
                          <a:cubicBezTo>
                            <a:pt x="678198" y="44771"/>
                            <a:pt x="920419" y="-473"/>
                            <a:pt x="1121111" y="4"/>
                          </a:cubicBezTo>
                          <a:close/>
                        </a:path>
                      </a:pathLst>
                    </a:custGeom>
                    <a:solidFill>
                      <a:schemeClr val="accent3"/>
                    </a:solidFill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 anchorCtr="0"/>
                    <a:lstStyle/>
                    <a:p>
                      <a:pPr algn="l"/>
                      <a:endParaRPr/>
                    </a:p>
                  </p:txBody>
                </p:sp>
              </p:grpSp>
              <p:sp>
                <p:nvSpPr>
                  <p:cNvPr id="8" name="任意多边形: 形状 7" descr="60eec870-cd37-42f6-973b-cc62de68a07e">
                    <a:extLst>
                      <a:ext uri="{FF2B5EF4-FFF2-40B4-BE49-F238E27FC236}">
                        <a16:creationId xmlns:a16="http://schemas.microsoft.com/office/drawing/2014/main" id="{49409391-8890-4E31-E7AE-F900F7F0BFF7}"/>
                      </a:ext>
                    </a:extLst>
                  </p:cNvPr>
                  <p:cNvSpPr/>
                  <p:nvPr/>
                </p:nvSpPr>
                <p:spPr>
                  <a:xfrm>
                    <a:off x="2026610" y="4302079"/>
                    <a:ext cx="1077529" cy="833337"/>
                  </a:xfrm>
                  <a:custGeom>
                    <a:avLst/>
                    <a:gdLst>
                      <a:gd name="connsiteX0" fmla="*/ 722132 w 2477669"/>
                      <a:gd name="connsiteY0" fmla="*/ 1803020 h 1803019"/>
                      <a:gd name="connsiteX1" fmla="*/ 645360 w 2477669"/>
                      <a:gd name="connsiteY1" fmla="*/ 1553274 h 1803019"/>
                      <a:gd name="connsiteX2" fmla="*/ 578876 w 2477669"/>
                      <a:gd name="connsiteY2" fmla="*/ 1477645 h 1803019"/>
                      <a:gd name="connsiteX3" fmla="*/ 142631 w 2477669"/>
                      <a:gd name="connsiteY3" fmla="*/ 1175036 h 1803019"/>
                      <a:gd name="connsiteX4" fmla="*/ 182921 w 2477669"/>
                      <a:gd name="connsiteY4" fmla="*/ 382175 h 1803019"/>
                      <a:gd name="connsiteX5" fmla="*/ 795379 w 2477669"/>
                      <a:gd name="connsiteY5" fmla="*/ 55277 h 1803019"/>
                      <a:gd name="connsiteX6" fmla="*/ 1300585 w 2477669"/>
                      <a:gd name="connsiteY6" fmla="*/ 2032 h 1803019"/>
                      <a:gd name="connsiteX7" fmla="*/ 2129260 w 2477669"/>
                      <a:gd name="connsiteY7" fmla="*/ 246920 h 1803019"/>
                      <a:gd name="connsiteX8" fmla="*/ 2440918 w 2477669"/>
                      <a:gd name="connsiteY8" fmla="*/ 614395 h 1803019"/>
                      <a:gd name="connsiteX9" fmla="*/ 2358050 w 2477669"/>
                      <a:gd name="connsiteY9" fmla="*/ 1142746 h 1803019"/>
                      <a:gd name="connsiteX10" fmla="*/ 1727686 w 2477669"/>
                      <a:gd name="connsiteY10" fmla="*/ 1536510 h 1803019"/>
                      <a:gd name="connsiteX11" fmla="*/ 1105513 w 2477669"/>
                      <a:gd name="connsiteY11" fmla="*/ 1596422 h 1803019"/>
                      <a:gd name="connsiteX12" fmla="*/ 1045791 w 2477669"/>
                      <a:gd name="connsiteY12" fmla="*/ 1615567 h 1803019"/>
                      <a:gd name="connsiteX13" fmla="*/ 722132 w 2477669"/>
                      <a:gd name="connsiteY13" fmla="*/ 1803020 h 180301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</a:cxnLst>
                    <a:rect l="l" t="t" r="r" b="b"/>
                    <a:pathLst>
                      <a:path w="2477669" h="1803019">
                        <a:moveTo>
                          <a:pt x="722132" y="1803020"/>
                        </a:moveTo>
                        <a:cubicBezTo>
                          <a:pt x="694414" y="1713961"/>
                          <a:pt x="667077" y="1634522"/>
                          <a:pt x="645360" y="1553274"/>
                        </a:cubicBezTo>
                        <a:cubicBezTo>
                          <a:pt x="634597" y="1512888"/>
                          <a:pt x="614594" y="1491647"/>
                          <a:pt x="578876" y="1477645"/>
                        </a:cubicBezTo>
                        <a:cubicBezTo>
                          <a:pt x="412379" y="1412495"/>
                          <a:pt x="260360" y="1320864"/>
                          <a:pt x="142631" y="1175036"/>
                        </a:cubicBezTo>
                        <a:cubicBezTo>
                          <a:pt x="-61966" y="921671"/>
                          <a:pt x="-44631" y="611632"/>
                          <a:pt x="182921" y="382175"/>
                        </a:cubicBezTo>
                        <a:cubicBezTo>
                          <a:pt x="356753" y="206820"/>
                          <a:pt x="567827" y="111665"/>
                          <a:pt x="795379" y="55277"/>
                        </a:cubicBezTo>
                        <a:cubicBezTo>
                          <a:pt x="961209" y="14224"/>
                          <a:pt x="1130087" y="-6921"/>
                          <a:pt x="1300585" y="2032"/>
                        </a:cubicBezTo>
                        <a:cubicBezTo>
                          <a:pt x="1593383" y="17368"/>
                          <a:pt x="1875323" y="78709"/>
                          <a:pt x="2129260" y="246920"/>
                        </a:cubicBezTo>
                        <a:cubicBezTo>
                          <a:pt x="2265277" y="337027"/>
                          <a:pt x="2379386" y="449993"/>
                          <a:pt x="2440918" y="614395"/>
                        </a:cubicBezTo>
                        <a:cubicBezTo>
                          <a:pt x="2513784" y="808990"/>
                          <a:pt x="2474256" y="984155"/>
                          <a:pt x="2358050" y="1142746"/>
                        </a:cubicBezTo>
                        <a:cubicBezTo>
                          <a:pt x="2196697" y="1363060"/>
                          <a:pt x="1970002" y="1468311"/>
                          <a:pt x="1727686" y="1536510"/>
                        </a:cubicBezTo>
                        <a:cubicBezTo>
                          <a:pt x="1524518" y="1593660"/>
                          <a:pt x="1316682" y="1619378"/>
                          <a:pt x="1105513" y="1596422"/>
                        </a:cubicBezTo>
                        <a:cubicBezTo>
                          <a:pt x="1086272" y="1594327"/>
                          <a:pt x="1063984" y="1605280"/>
                          <a:pt x="1045791" y="1615567"/>
                        </a:cubicBezTo>
                        <a:cubicBezTo>
                          <a:pt x="939587" y="1675861"/>
                          <a:pt x="834241" y="1737868"/>
                          <a:pt x="722132" y="1803020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 anchorCtr="0"/>
                  <a:lstStyle/>
                  <a:p>
                    <a:pPr algn="l"/>
                    <a:endParaRPr/>
                  </a:p>
                </p:txBody>
              </p:sp>
            </p:grpSp>
            <p:sp>
              <p:nvSpPr>
                <p:cNvPr id="4" name="Text3" descr="9462ce7d-022a-415c-ab30-e88c398f2257">
                  <a:extLst>
                    <a:ext uri="{FF2B5EF4-FFF2-40B4-BE49-F238E27FC236}">
                      <a16:creationId xmlns:a16="http://schemas.microsoft.com/office/drawing/2014/main" id="{4ECFB3AF-8A89-F170-2F8F-1A6F86C38D5C}"/>
                    </a:ext>
                  </a:extLst>
                </p:cNvPr>
                <p:cNvSpPr txBox="1"/>
                <p:nvPr/>
              </p:nvSpPr>
              <p:spPr>
                <a:xfrm>
                  <a:off x="2465223" y="3429001"/>
                  <a:ext cx="2810681" cy="731942"/>
                </a:xfrm>
                <a:prstGeom prst="rect">
                  <a:avLst/>
                </a:prstGeom>
                <a:noFill/>
              </p:spPr>
              <p:txBody>
                <a:bodyPr wrap="square" rtlCol="0" anchor="t" anchorCtr="0">
                  <a:normAutofit/>
                </a:bodyPr>
                <a:lstStyle>
                  <a:defPPr>
                    <a:defRPr lang="zh-CN"/>
                  </a:defPPr>
                  <a:lvl1pPr marL="0" algn="ctr" defTabSz="914400" rtl="0" eaLnBrk="1" latinLnBrk="0" hangingPunct="1">
                    <a:lnSpc>
                      <a:spcPct val="150000"/>
                    </a:lnSpc>
                    <a:defRPr sz="1200" kern="1200">
                      <a:solidFill>
                        <a:schemeClr val="bg1">
                          <a:lumMod val="50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lnSpc>
                      <a:spcPct val="120000"/>
                    </a:lnSpc>
                  </a:pPr>
                  <a:r>
                    <a:rPr lang="en-US" sz="1400" b="0" i="0" u="none">
                      <a:solidFill>
                        <a:srgbClr val="000000"/>
                      </a:solidFill>
                      <a:ea typeface="微软雅黑"/>
                    </a:rPr>
                    <a:t>提供商城道具兑换、弹窗和完成反馈功能。</a:t>
                  </a:r>
                </a:p>
              </p:txBody>
            </p:sp>
            <p:sp>
              <p:nvSpPr>
                <p:cNvPr id="5" name="Bullet3" descr="8357a581-0411-4c09-9782-387d33525b5e">
                  <a:extLst>
                    <a:ext uri="{FF2B5EF4-FFF2-40B4-BE49-F238E27FC236}">
                      <a16:creationId xmlns:a16="http://schemas.microsoft.com/office/drawing/2014/main" id="{B8E2DE8C-45C6-9196-A518-B236BB8D073E}"/>
                    </a:ext>
                  </a:extLst>
                </p:cNvPr>
                <p:cNvSpPr txBox="1"/>
                <p:nvPr/>
              </p:nvSpPr>
              <p:spPr>
                <a:xfrm>
                  <a:off x="2465223" y="2781021"/>
                  <a:ext cx="2810679" cy="647981"/>
                </a:xfrm>
                <a:prstGeom prst="rect">
                  <a:avLst/>
                </a:prstGeom>
                <a:noFill/>
              </p:spPr>
              <p:txBody>
                <a:bodyPr wrap="square" rtlCol="0" anchor="b" anchorCtr="0">
                  <a:noAutofit/>
                </a:bodyPr>
                <a:lstStyle>
                  <a:defPPr>
                    <a:defRPr lang="zh-CN"/>
                  </a:defPPr>
                  <a:lvl1pPr marL="0" algn="ctr" defTabSz="914400" rtl="0" eaLnBrk="1" latinLnBrk="0" hangingPunct="1">
                    <a:lnSpc>
                      <a:spcPct val="150000"/>
                    </a:lnSpc>
                    <a:defRPr sz="1200" kern="1200">
                      <a:solidFill>
                        <a:schemeClr val="bg1">
                          <a:lumMod val="50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lnSpc>
                      <a:spcPct val="100000"/>
                    </a:lnSpc>
                  </a:pPr>
                  <a:r>
                    <a:rPr lang="en-US" sz="2000" b="1" i="0" u="none">
                      <a:solidFill>
                        <a:srgbClr val="000000"/>
                      </a:solidFill>
                      <a:ea typeface="微软雅黑"/>
                    </a:rPr>
                    <a:t>游戏化与商城</a:t>
                  </a:r>
                </a:p>
              </p:txBody>
            </p:sp>
            <p:sp>
              <p:nvSpPr>
                <p:cNvPr id="6" name="Number3" descr="acaea379-9a4d-4489-87f6-25327613902e">
                  <a:extLst>
                    <a:ext uri="{FF2B5EF4-FFF2-40B4-BE49-F238E27FC236}">
                      <a16:creationId xmlns:a16="http://schemas.microsoft.com/office/drawing/2014/main" id="{186E934C-035C-5D94-756F-3CD67504C1ED}"/>
                    </a:ext>
                  </a:extLst>
                </p:cNvPr>
                <p:cNvSpPr/>
                <p:nvPr/>
              </p:nvSpPr>
              <p:spPr>
                <a:xfrm>
                  <a:off x="2102751" y="4217196"/>
                  <a:ext cx="826188" cy="700308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 anchorCtr="0">
                  <a:normAutofit/>
                </a:bodyPr>
                <a:lstStyle/>
                <a:p>
                  <a:pPr algn="ctr"/>
                  <a:r>
                    <a:rPr lang="en-US" sz="2000" b="1" i="1" u="none">
                      <a:solidFill>
                        <a:srgbClr val="FFFFFF"/>
                      </a:solidFill>
                      <a:latin typeface="Arial"/>
                    </a:rPr>
                    <a:t>03</a:t>
                  </a:r>
                </a:p>
              </p:txBody>
            </p:sp>
          </p:grpSp>
        </p:grpSp>
      </p:grpSp>
      <p:sp>
        <p:nvSpPr>
          <p:cNvPr id="2" name="标题 1" descr="0726fe45-b043-4457-813b-c150326fe0f6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000000"/>
                </a:solidFill>
                <a:ea typeface="微软雅黑"/>
              </a:rPr>
              <a:t>主要功能实现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9D34FA-4DF1-50E2-943F-4890E474B4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0726fe45-b043-4457-813b-c150326fe0f6">
            <a:extLst>
              <a:ext uri="{FF2B5EF4-FFF2-40B4-BE49-F238E27FC236}">
                <a16:creationId xmlns:a16="http://schemas.microsoft.com/office/drawing/2014/main" id="{E9EF1C42-5529-473C-339D-AEDB49034D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r>
              <a:rPr lang="en-US" altLang="zh-CN" dirty="0" err="1"/>
              <a:t>用户系统</a:t>
            </a:r>
            <a:endParaRPr lang="en-US" sz="2800" b="1" i="0" u="none" dirty="0">
              <a:solidFill>
                <a:srgbClr val="000000"/>
              </a:solidFill>
              <a:ea typeface="微软雅黑"/>
            </a:endParaRPr>
          </a:p>
        </p:txBody>
      </p:sp>
      <p:sp>
        <p:nvSpPr>
          <p:cNvPr id="7" name="Bullet1" descr="3ee6e2af-f4c7-42d2-9342-b68ab834e1b8">
            <a:extLst>
              <a:ext uri="{FF2B5EF4-FFF2-40B4-BE49-F238E27FC236}">
                <a16:creationId xmlns:a16="http://schemas.microsoft.com/office/drawing/2014/main" id="{0513C485-55A5-B061-985D-DCDB228E80F8}"/>
              </a:ext>
            </a:extLst>
          </p:cNvPr>
          <p:cNvSpPr/>
          <p:nvPr/>
        </p:nvSpPr>
        <p:spPr>
          <a:xfrm>
            <a:off x="1424256" y="5532901"/>
            <a:ext cx="812507" cy="558410"/>
          </a:xfrm>
          <a:prstGeom prst="snip2Diag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l"/>
            <a:r>
              <a:rPr lang="zh-CN" altLang="en-US" b="1" dirty="0">
                <a:solidFill>
                  <a:srgbClr val="000000"/>
                </a:solidFill>
                <a:ea typeface="微软雅黑"/>
              </a:rPr>
              <a:t>登录</a:t>
            </a:r>
            <a:endParaRPr lang="en-US" sz="1800" b="1" i="0" u="none" dirty="0">
              <a:solidFill>
                <a:srgbClr val="000000"/>
              </a:solidFill>
              <a:ea typeface="微软雅黑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646AABA2-C555-4045-B2D7-60FC667F9D3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1367" y="1629377"/>
            <a:ext cx="1498283" cy="3328245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Bullet1" descr="3ee6e2af-f4c7-42d2-9342-b68ab834e1b8">
            <a:extLst>
              <a:ext uri="{FF2B5EF4-FFF2-40B4-BE49-F238E27FC236}">
                <a16:creationId xmlns:a16="http://schemas.microsoft.com/office/drawing/2014/main" id="{E4EA8D64-A8B5-0F67-805C-14830574E175}"/>
              </a:ext>
            </a:extLst>
          </p:cNvPr>
          <p:cNvSpPr/>
          <p:nvPr/>
        </p:nvSpPr>
        <p:spPr>
          <a:xfrm>
            <a:off x="3786456" y="5532901"/>
            <a:ext cx="988744" cy="558410"/>
          </a:xfrm>
          <a:prstGeom prst="snip2Diag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l"/>
            <a:r>
              <a:rPr lang="zh-CN" altLang="en-US" sz="1800" b="1" i="0" u="none" dirty="0">
                <a:solidFill>
                  <a:srgbClr val="000000"/>
                </a:solidFill>
                <a:ea typeface="微软雅黑"/>
              </a:rPr>
              <a:t>主页面</a:t>
            </a:r>
            <a:endParaRPr lang="en-US" sz="1800" b="1" i="0" u="none" dirty="0">
              <a:solidFill>
                <a:srgbClr val="000000"/>
              </a:solidFill>
              <a:ea typeface="微软雅黑"/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BF956E4A-5CA7-32F1-B3AD-60EC439391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7584" y="1764877"/>
            <a:ext cx="1610391" cy="3328245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Bullet1" descr="3ee6e2af-f4c7-42d2-9342-b68ab834e1b8">
            <a:extLst>
              <a:ext uri="{FF2B5EF4-FFF2-40B4-BE49-F238E27FC236}">
                <a16:creationId xmlns:a16="http://schemas.microsoft.com/office/drawing/2014/main" id="{B6DBF1CB-121F-FE81-F74E-BCA337BEBDF3}"/>
              </a:ext>
            </a:extLst>
          </p:cNvPr>
          <p:cNvSpPr/>
          <p:nvPr/>
        </p:nvSpPr>
        <p:spPr>
          <a:xfrm>
            <a:off x="8462587" y="5532901"/>
            <a:ext cx="3056313" cy="558410"/>
          </a:xfrm>
          <a:prstGeom prst="snip2Diag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zh-CN" altLang="en-US" sz="1800" b="1" i="0" u="none" dirty="0">
                <a:solidFill>
                  <a:srgbClr val="000000"/>
                </a:solidFill>
                <a:ea typeface="微软雅黑"/>
              </a:rPr>
              <a:t>个人中心</a:t>
            </a:r>
            <a:endParaRPr lang="en-US" sz="1800" b="1" i="0" u="none" dirty="0">
              <a:solidFill>
                <a:srgbClr val="000000"/>
              </a:solidFill>
              <a:ea typeface="微软雅黑"/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23E8A765-BB00-90A6-DF25-9ECD865B97C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5553" y="1764877"/>
            <a:ext cx="1640587" cy="33282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B9BAEEBF-0324-D7BD-3CE8-FDB224E25B1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6738" y="1764877"/>
            <a:ext cx="1640405" cy="3328245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Bullet1" descr="3ee6e2af-f4c7-42d2-9342-b68ab834e1b8">
            <a:extLst>
              <a:ext uri="{FF2B5EF4-FFF2-40B4-BE49-F238E27FC236}">
                <a16:creationId xmlns:a16="http://schemas.microsoft.com/office/drawing/2014/main" id="{499D6CD2-25B6-AF34-DDA5-F1A0FC815B84}"/>
              </a:ext>
            </a:extLst>
          </p:cNvPr>
          <p:cNvSpPr/>
          <p:nvPr/>
        </p:nvSpPr>
        <p:spPr>
          <a:xfrm>
            <a:off x="5948500" y="5532901"/>
            <a:ext cx="1248705" cy="558410"/>
          </a:xfrm>
          <a:prstGeom prst="snip2Diag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l"/>
            <a:r>
              <a:rPr lang="zh-CN" altLang="en-US" sz="1800" b="1" i="0" u="none" dirty="0">
                <a:solidFill>
                  <a:srgbClr val="000000"/>
                </a:solidFill>
                <a:ea typeface="微软雅黑"/>
              </a:rPr>
              <a:t>跳转加载</a:t>
            </a:r>
            <a:endParaRPr lang="en-US" sz="1800" b="1" i="0" u="none" dirty="0">
              <a:solidFill>
                <a:srgbClr val="000000"/>
              </a:solidFill>
              <a:ea typeface="微软雅黑"/>
            </a:endParaRP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C1B29FCD-F01E-B68F-ECF2-7CB03CE5918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00847" y="1764877"/>
            <a:ext cx="1619572" cy="332824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CDF68A01-38BA-FCE5-7C3D-40DDF60403B2}"/>
              </a:ext>
            </a:extLst>
          </p:cNvPr>
          <p:cNvCxnSpPr/>
          <p:nvPr/>
        </p:nvCxnSpPr>
        <p:spPr>
          <a:xfrm>
            <a:off x="2949677" y="1629377"/>
            <a:ext cx="0" cy="346374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73D003A0-FD99-CD32-8284-5583A9CE9F65}"/>
              </a:ext>
            </a:extLst>
          </p:cNvPr>
          <p:cNvCxnSpPr/>
          <p:nvPr/>
        </p:nvCxnSpPr>
        <p:spPr>
          <a:xfrm>
            <a:off x="5373329" y="1697127"/>
            <a:ext cx="0" cy="346374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64B411F1-8CCE-ECF8-32CC-5BEB2084299B}"/>
              </a:ext>
            </a:extLst>
          </p:cNvPr>
          <p:cNvCxnSpPr/>
          <p:nvPr/>
        </p:nvCxnSpPr>
        <p:spPr>
          <a:xfrm>
            <a:off x="7821561" y="1629377"/>
            <a:ext cx="0" cy="346374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86415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AFA106-3640-8EC4-2BB2-DF2E4150B2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0726fe45-b043-4457-813b-c150326fe0f6">
            <a:extLst>
              <a:ext uri="{FF2B5EF4-FFF2-40B4-BE49-F238E27FC236}">
                <a16:creationId xmlns:a16="http://schemas.microsoft.com/office/drawing/2014/main" id="{C4760011-D9A0-F97B-0580-697FA16DFA8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r>
              <a:rPr lang="zh-CN" altLang="en-US" sz="2800" b="1" i="0" u="none" dirty="0">
                <a:solidFill>
                  <a:srgbClr val="000000"/>
                </a:solidFill>
                <a:ea typeface="微软雅黑"/>
              </a:rPr>
              <a:t>设置</a:t>
            </a:r>
            <a:endParaRPr lang="en-US" sz="2800" b="1" i="0" u="none" dirty="0">
              <a:solidFill>
                <a:srgbClr val="000000"/>
              </a:solidFill>
              <a:ea typeface="微软雅黑"/>
            </a:endParaRPr>
          </a:p>
        </p:txBody>
      </p:sp>
      <p:sp>
        <p:nvSpPr>
          <p:cNvPr id="7" name="Bullet1" descr="3ee6e2af-f4c7-42d2-9342-b68ab834e1b8">
            <a:extLst>
              <a:ext uri="{FF2B5EF4-FFF2-40B4-BE49-F238E27FC236}">
                <a16:creationId xmlns:a16="http://schemas.microsoft.com/office/drawing/2014/main" id="{CA2F9989-5E4A-FBB5-50EF-BCAE9331365F}"/>
              </a:ext>
            </a:extLst>
          </p:cNvPr>
          <p:cNvSpPr/>
          <p:nvPr/>
        </p:nvSpPr>
        <p:spPr>
          <a:xfrm>
            <a:off x="906349" y="5532901"/>
            <a:ext cx="2043328" cy="558410"/>
          </a:xfrm>
          <a:prstGeom prst="snip2Diag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l"/>
            <a:r>
              <a:rPr lang="zh-CN" altLang="en-US" b="1" dirty="0">
                <a:solidFill>
                  <a:srgbClr val="000000"/>
                </a:solidFill>
                <a:ea typeface="微软雅黑"/>
              </a:rPr>
              <a:t>个人信息编辑</a:t>
            </a:r>
            <a:endParaRPr lang="en-US" sz="1800" b="1" i="0" u="none" dirty="0">
              <a:solidFill>
                <a:srgbClr val="000000"/>
              </a:solidFill>
              <a:ea typeface="微软雅黑"/>
            </a:endParaRPr>
          </a:p>
        </p:txBody>
      </p:sp>
      <p:sp>
        <p:nvSpPr>
          <p:cNvPr id="12" name="Bullet1" descr="3ee6e2af-f4c7-42d2-9342-b68ab834e1b8">
            <a:extLst>
              <a:ext uri="{FF2B5EF4-FFF2-40B4-BE49-F238E27FC236}">
                <a16:creationId xmlns:a16="http://schemas.microsoft.com/office/drawing/2014/main" id="{6C3B251E-24E7-83FC-D63C-D9C247BF597C}"/>
              </a:ext>
            </a:extLst>
          </p:cNvPr>
          <p:cNvSpPr/>
          <p:nvPr/>
        </p:nvSpPr>
        <p:spPr>
          <a:xfrm>
            <a:off x="3786456" y="5532901"/>
            <a:ext cx="1291520" cy="558410"/>
          </a:xfrm>
          <a:prstGeom prst="snip2Diag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l"/>
            <a:r>
              <a:rPr lang="zh-CN" altLang="en-US" sz="1800" b="1" i="0" u="none" dirty="0">
                <a:solidFill>
                  <a:srgbClr val="000000"/>
                </a:solidFill>
                <a:ea typeface="微软雅黑"/>
              </a:rPr>
              <a:t>通知设置</a:t>
            </a:r>
            <a:endParaRPr lang="en-US" sz="1800" b="1" i="0" u="none" dirty="0">
              <a:solidFill>
                <a:srgbClr val="000000"/>
              </a:solidFill>
              <a:ea typeface="微软雅黑"/>
            </a:endParaRPr>
          </a:p>
        </p:txBody>
      </p:sp>
      <p:sp>
        <p:nvSpPr>
          <p:cNvPr id="14" name="Bullet1" descr="3ee6e2af-f4c7-42d2-9342-b68ab834e1b8">
            <a:extLst>
              <a:ext uri="{FF2B5EF4-FFF2-40B4-BE49-F238E27FC236}">
                <a16:creationId xmlns:a16="http://schemas.microsoft.com/office/drawing/2014/main" id="{5962748C-4BE8-5E1F-824E-E2381EDC6D07}"/>
              </a:ext>
            </a:extLst>
          </p:cNvPr>
          <p:cNvSpPr/>
          <p:nvPr/>
        </p:nvSpPr>
        <p:spPr>
          <a:xfrm>
            <a:off x="8462587" y="5532901"/>
            <a:ext cx="3056313" cy="558410"/>
          </a:xfrm>
          <a:prstGeom prst="snip2Diag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zh-CN" altLang="en-US" sz="1800" b="1" i="0" u="none" dirty="0">
                <a:solidFill>
                  <a:srgbClr val="000000"/>
                </a:solidFill>
                <a:ea typeface="微软雅黑"/>
              </a:rPr>
              <a:t>帮助</a:t>
            </a:r>
            <a:r>
              <a:rPr lang="en-US" altLang="zh-CN" sz="1800" b="1" i="0" u="none" dirty="0">
                <a:solidFill>
                  <a:srgbClr val="000000"/>
                </a:solidFill>
                <a:ea typeface="微软雅黑"/>
              </a:rPr>
              <a:t>&amp;About us</a:t>
            </a:r>
            <a:endParaRPr lang="en-US" sz="1800" b="1" i="0" u="none" dirty="0">
              <a:solidFill>
                <a:srgbClr val="000000"/>
              </a:solidFill>
              <a:ea typeface="微软雅黑"/>
            </a:endParaRPr>
          </a:p>
        </p:txBody>
      </p:sp>
      <p:sp>
        <p:nvSpPr>
          <p:cNvPr id="19" name="Bullet1" descr="3ee6e2af-f4c7-42d2-9342-b68ab834e1b8">
            <a:extLst>
              <a:ext uri="{FF2B5EF4-FFF2-40B4-BE49-F238E27FC236}">
                <a16:creationId xmlns:a16="http://schemas.microsoft.com/office/drawing/2014/main" id="{67FA32BA-E037-45A5-6E3A-1166F03B1221}"/>
              </a:ext>
            </a:extLst>
          </p:cNvPr>
          <p:cNvSpPr/>
          <p:nvPr/>
        </p:nvSpPr>
        <p:spPr>
          <a:xfrm>
            <a:off x="6145929" y="5376385"/>
            <a:ext cx="1248705" cy="558410"/>
          </a:xfrm>
          <a:prstGeom prst="snip2Diag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l"/>
            <a:r>
              <a:rPr lang="zh-CN" altLang="en-US" sz="1800" b="1" i="0" u="none" dirty="0">
                <a:solidFill>
                  <a:srgbClr val="000000"/>
                </a:solidFill>
                <a:ea typeface="微软雅黑"/>
              </a:rPr>
              <a:t>隐私设置</a:t>
            </a:r>
            <a:endParaRPr lang="en-US" sz="1800" b="1" i="0" u="none" dirty="0">
              <a:solidFill>
                <a:srgbClr val="000000"/>
              </a:solidFill>
              <a:ea typeface="微软雅黑"/>
            </a:endParaRPr>
          </a:p>
        </p:txBody>
      </p: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1FA368CE-64A4-5DCD-5FD4-6FECB1B858DE}"/>
              </a:ext>
            </a:extLst>
          </p:cNvPr>
          <p:cNvCxnSpPr/>
          <p:nvPr/>
        </p:nvCxnSpPr>
        <p:spPr>
          <a:xfrm>
            <a:off x="2949677" y="1629377"/>
            <a:ext cx="0" cy="346374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C6E2921A-3C33-1FC0-D7B8-2B7224986489}"/>
              </a:ext>
            </a:extLst>
          </p:cNvPr>
          <p:cNvCxnSpPr/>
          <p:nvPr/>
        </p:nvCxnSpPr>
        <p:spPr>
          <a:xfrm>
            <a:off x="5373329" y="1697127"/>
            <a:ext cx="0" cy="346374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5ABFCD01-A728-8045-F8F6-0A0FDBCF3418}"/>
              </a:ext>
            </a:extLst>
          </p:cNvPr>
          <p:cNvCxnSpPr/>
          <p:nvPr/>
        </p:nvCxnSpPr>
        <p:spPr>
          <a:xfrm>
            <a:off x="7821561" y="1629377"/>
            <a:ext cx="0" cy="346374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>
            <a:extLst>
              <a:ext uri="{FF2B5EF4-FFF2-40B4-BE49-F238E27FC236}">
                <a16:creationId xmlns:a16="http://schemas.microsoft.com/office/drawing/2014/main" id="{E7CC6E6C-155B-C701-89B2-65016F5710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639" y="1764876"/>
            <a:ext cx="1569617" cy="3328245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9B7B6859-B40B-BB8E-FECC-AC54B03DD8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5774" y="1697127"/>
            <a:ext cx="1591747" cy="332824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49E1654E-317E-49F3-008C-F060B5D139A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8500" y="1764877"/>
            <a:ext cx="1619215" cy="332824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9A7D394F-ECF2-B00C-58F8-3506F6B8FFE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5555" y="1764875"/>
            <a:ext cx="1610391" cy="3328245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71E7ADB1-2BC9-6940-7FF5-FA439CE13C0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91755" y="1764875"/>
            <a:ext cx="1591681" cy="332824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854464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5FF719-3F7A-6BCA-EABD-E71A51B37B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0726fe45-b043-4457-813b-c150326fe0f6">
            <a:extLst>
              <a:ext uri="{FF2B5EF4-FFF2-40B4-BE49-F238E27FC236}">
                <a16:creationId xmlns:a16="http://schemas.microsoft.com/office/drawing/2014/main" id="{510F4592-6AA3-C4E5-A21F-B235B5DD2D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r>
              <a:rPr lang="zh-CN" altLang="en-US" sz="2800" b="1" i="0" u="none" dirty="0">
                <a:solidFill>
                  <a:srgbClr val="000000"/>
                </a:solidFill>
                <a:ea typeface="微软雅黑"/>
              </a:rPr>
              <a:t>任务页面</a:t>
            </a:r>
            <a:endParaRPr lang="en-US" sz="2800" b="1" i="0" u="none" dirty="0">
              <a:solidFill>
                <a:srgbClr val="000000"/>
              </a:solidFill>
              <a:ea typeface="微软雅黑"/>
            </a:endParaRPr>
          </a:p>
        </p:txBody>
      </p:sp>
      <p:sp>
        <p:nvSpPr>
          <p:cNvPr id="12" name="Bullet1" descr="3ee6e2af-f4c7-42d2-9342-b68ab834e1b8">
            <a:extLst>
              <a:ext uri="{FF2B5EF4-FFF2-40B4-BE49-F238E27FC236}">
                <a16:creationId xmlns:a16="http://schemas.microsoft.com/office/drawing/2014/main" id="{43D90C76-93E8-18CF-8EE0-27920D48274B}"/>
              </a:ext>
            </a:extLst>
          </p:cNvPr>
          <p:cNvSpPr/>
          <p:nvPr/>
        </p:nvSpPr>
        <p:spPr>
          <a:xfrm>
            <a:off x="2678011" y="5532901"/>
            <a:ext cx="2491095" cy="558410"/>
          </a:xfrm>
          <a:prstGeom prst="snip2Diag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lang="zh-CN" altLang="en-US" b="1" dirty="0">
                <a:solidFill>
                  <a:srgbClr val="000000"/>
                </a:solidFill>
              </a:rPr>
              <a:t>任务大厅</a:t>
            </a:r>
            <a:r>
              <a:rPr lang="en-US" altLang="zh-CN" sz="1800" b="1" i="0" u="none" dirty="0">
                <a:solidFill>
                  <a:srgbClr val="000000"/>
                </a:solidFill>
                <a:ea typeface="微软雅黑"/>
              </a:rPr>
              <a:t>&amp;</a:t>
            </a:r>
            <a:r>
              <a:rPr lang="zh-CN" altLang="en-US" sz="1800" b="1" i="0" u="none" dirty="0">
                <a:solidFill>
                  <a:srgbClr val="000000"/>
                </a:solidFill>
                <a:ea typeface="微软雅黑"/>
              </a:rPr>
              <a:t>任务完成</a:t>
            </a:r>
            <a:endParaRPr lang="en-US" sz="1800" b="1" i="0" u="none" dirty="0">
              <a:solidFill>
                <a:srgbClr val="000000"/>
              </a:solidFill>
              <a:ea typeface="微软雅黑"/>
            </a:endParaRPr>
          </a:p>
        </p:txBody>
      </p:sp>
      <p:sp>
        <p:nvSpPr>
          <p:cNvPr id="14" name="Bullet1" descr="3ee6e2af-f4c7-42d2-9342-b68ab834e1b8">
            <a:extLst>
              <a:ext uri="{FF2B5EF4-FFF2-40B4-BE49-F238E27FC236}">
                <a16:creationId xmlns:a16="http://schemas.microsoft.com/office/drawing/2014/main" id="{996AD490-5BCF-30DF-590D-9138205115BD}"/>
              </a:ext>
            </a:extLst>
          </p:cNvPr>
          <p:cNvSpPr/>
          <p:nvPr/>
        </p:nvSpPr>
        <p:spPr>
          <a:xfrm>
            <a:off x="7211580" y="5532901"/>
            <a:ext cx="3056313" cy="558410"/>
          </a:xfrm>
          <a:prstGeom prst="snip2Diag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zh-CN" altLang="en-US" b="1" dirty="0">
                <a:solidFill>
                  <a:srgbClr val="000000"/>
                </a:solidFill>
              </a:rPr>
              <a:t>日程规划</a:t>
            </a:r>
            <a:r>
              <a:rPr lang="en-US" altLang="zh-CN" b="1" dirty="0">
                <a:solidFill>
                  <a:srgbClr val="000000"/>
                </a:solidFill>
              </a:rPr>
              <a:t>&amp;</a:t>
            </a:r>
            <a:r>
              <a:rPr lang="zh-CN" altLang="en-US" b="1" dirty="0">
                <a:solidFill>
                  <a:srgbClr val="000000"/>
                </a:solidFill>
              </a:rPr>
              <a:t>日程设置</a:t>
            </a:r>
            <a:endParaRPr lang="en-US" altLang="zh-CN" b="1" dirty="0">
              <a:solidFill>
                <a:srgbClr val="000000"/>
              </a:solidFill>
            </a:endParaRPr>
          </a:p>
        </p:txBody>
      </p: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C46FB752-7FDA-5940-E41F-550D12271F6A}"/>
              </a:ext>
            </a:extLst>
          </p:cNvPr>
          <p:cNvCxnSpPr/>
          <p:nvPr/>
        </p:nvCxnSpPr>
        <p:spPr>
          <a:xfrm>
            <a:off x="6300697" y="1692134"/>
            <a:ext cx="0" cy="346374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图片 7">
            <a:extLst>
              <a:ext uri="{FF2B5EF4-FFF2-40B4-BE49-F238E27FC236}">
                <a16:creationId xmlns:a16="http://schemas.microsoft.com/office/drawing/2014/main" id="{CEA84D41-4C92-881B-7C20-365339D113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0631" y="1759880"/>
            <a:ext cx="1772927" cy="33282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026868CA-0E26-CAD7-2D78-39EC410507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3142" y="1769873"/>
            <a:ext cx="1671929" cy="331825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74A5C3A2-F219-08F5-FAF4-FB08B4A6DBD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8672" y="1769872"/>
            <a:ext cx="1691221" cy="331825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8DCCB5C4-C135-4069-5EAE-0CF86EFA54A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0630" y="1769872"/>
            <a:ext cx="1622754" cy="331825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040757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181CBE-C68E-938C-F6B0-40D1291F1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0726fe45-b043-4457-813b-c150326fe0f6">
            <a:extLst>
              <a:ext uri="{FF2B5EF4-FFF2-40B4-BE49-F238E27FC236}">
                <a16:creationId xmlns:a16="http://schemas.microsoft.com/office/drawing/2014/main" id="{F08482FB-C927-6917-9F12-624E3184D6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r>
              <a:rPr lang="zh-CN" altLang="en-US" dirty="0">
                <a:solidFill>
                  <a:srgbClr val="000000"/>
                </a:solidFill>
                <a:ea typeface="微软雅黑"/>
              </a:rPr>
              <a:t>系统商城</a:t>
            </a:r>
            <a:endParaRPr lang="en-US" sz="2800" b="1" i="0" u="none" dirty="0">
              <a:solidFill>
                <a:srgbClr val="000000"/>
              </a:solidFill>
              <a:ea typeface="微软雅黑"/>
            </a:endParaRPr>
          </a:p>
        </p:txBody>
      </p:sp>
      <p:sp>
        <p:nvSpPr>
          <p:cNvPr id="12" name="Bullet1" descr="3ee6e2af-f4c7-42d2-9342-b68ab834e1b8">
            <a:extLst>
              <a:ext uri="{FF2B5EF4-FFF2-40B4-BE49-F238E27FC236}">
                <a16:creationId xmlns:a16="http://schemas.microsoft.com/office/drawing/2014/main" id="{C5CE9217-BA67-02B8-5CEE-3B5BEFEE6337}"/>
              </a:ext>
            </a:extLst>
          </p:cNvPr>
          <p:cNvSpPr/>
          <p:nvPr/>
        </p:nvSpPr>
        <p:spPr>
          <a:xfrm>
            <a:off x="3031972" y="5622552"/>
            <a:ext cx="4961654" cy="602428"/>
          </a:xfrm>
          <a:prstGeom prst="snip2Diag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zh-CN" altLang="en-US" sz="1800" b="1" i="0" u="none" dirty="0">
                <a:solidFill>
                  <a:srgbClr val="000000"/>
                </a:solidFill>
                <a:ea typeface="微软雅黑"/>
              </a:rPr>
              <a:t>系统商城</a:t>
            </a:r>
            <a:r>
              <a:rPr lang="en-US" altLang="zh-CN" sz="1800" b="1" i="0" u="none" dirty="0">
                <a:solidFill>
                  <a:srgbClr val="000000"/>
                </a:solidFill>
                <a:ea typeface="微软雅黑"/>
              </a:rPr>
              <a:t>&amp;</a:t>
            </a:r>
            <a:r>
              <a:rPr lang="zh-CN" altLang="en-US" sz="1800" b="1" i="0" u="none" dirty="0">
                <a:solidFill>
                  <a:srgbClr val="000000"/>
                </a:solidFill>
                <a:ea typeface="微软雅黑"/>
              </a:rPr>
              <a:t>购买</a:t>
            </a:r>
            <a:r>
              <a:rPr lang="en-US" altLang="zh-CN" sz="1800" b="1" i="0" u="none" dirty="0">
                <a:solidFill>
                  <a:srgbClr val="000000"/>
                </a:solidFill>
                <a:ea typeface="微软雅黑"/>
              </a:rPr>
              <a:t>&amp;</a:t>
            </a:r>
            <a:r>
              <a:rPr lang="zh-CN" altLang="en-US" b="1" dirty="0">
                <a:solidFill>
                  <a:srgbClr val="000000"/>
                </a:solidFill>
                <a:ea typeface="微软雅黑"/>
              </a:rPr>
              <a:t>购买成功</a:t>
            </a:r>
            <a:endParaRPr lang="en-US" sz="1800" b="1" i="0" u="none" dirty="0">
              <a:solidFill>
                <a:srgbClr val="000000"/>
              </a:solidFill>
              <a:ea typeface="微软雅黑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2731591-A48A-1D5B-1A41-C9A22B59D4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8616" y="1864339"/>
            <a:ext cx="1591338" cy="3223787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5C5B12FA-4696-2C83-C8C6-B3649C58FC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1332" y="1864339"/>
            <a:ext cx="1636376" cy="3223787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8AB45FCA-5428-8BF7-5D17-B998D00004F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7777" y="1817106"/>
            <a:ext cx="1638223" cy="322378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084416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e40a5df3-c735-4758-8d35-86acaacf8aad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400" b="1" i="0" u="none">
                <a:solidFill>
                  <a:srgbClr val="000000"/>
                </a:solidFill>
                <a:ea typeface="微软雅黑"/>
              </a:rPr>
              <a:t>开发难度与测试</a:t>
            </a:r>
          </a:p>
        </p:txBody>
      </p:sp>
      <p:sp>
        <p:nvSpPr>
          <p:cNvPr id="3" name="文本占位符 2" descr="37ea3959-aa9f-48f9-bb52-b95bf0bf3f55"/>
          <p:cNvSpPr>
            <a:spLocks noGrp="1"/>
          </p:cNvSpPr>
          <p:nvPr>
            <p:ph type="body" idx="1" hasCustomPrompt="1"/>
          </p:nvPr>
        </p:nvSpPr>
        <p:spPr/>
        <p:txBody>
          <a:bodyPr anchorCtr="0"/>
          <a:lstStyle/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lang="en-US" sz="1100" b="0" i="0" u="none">
                <a:solidFill>
                  <a:srgbClr val="000000"/>
                </a:solidFill>
                <a:ea typeface="微软雅黑"/>
              </a:rPr>
              <a:t>阐述开发难点和测试方法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7" name="dc82692f-91f5-4831-a203-992714e93b4c.source.6.zh-Hans.pptx" descr="aeefaf17-1793-4f18-b208-ee217a8d3bd2">
            <a:extLst>
              <a:ext uri="{FF2B5EF4-FFF2-40B4-BE49-F238E27FC236}">
                <a16:creationId xmlns:a16="http://schemas.microsoft.com/office/drawing/2014/main" id="{681FEEDC-A9D9-EDAE-0294-56AE6E1BC649}"/>
              </a:ext>
            </a:extLst>
          </p:cNvPr>
          <p:cNvGrpSpPr/>
          <p:nvPr/>
        </p:nvGrpSpPr>
        <p:grpSpPr>
          <a:xfrm>
            <a:off x="406280" y="0"/>
            <a:ext cx="11112620" cy="6857999"/>
            <a:chOff x="406280" y="0"/>
            <a:chExt cx="11112620" cy="6857999"/>
          </a:xfrm>
        </p:grpSpPr>
        <p:sp>
          <p:nvSpPr>
            <p:cNvPr id="576" name="islide-3" descr="9a8be81c-2c2b-441c-b48c-e21f20f68074">
              <a:extLst>
                <a:ext uri="{FF2B5EF4-FFF2-40B4-BE49-F238E27FC236}">
                  <a16:creationId xmlns:a16="http://schemas.microsoft.com/office/drawing/2014/main" id="{43B81BE8-69C4-C9B0-DEE0-9411F4883A6A}"/>
                </a:ext>
              </a:extLst>
            </p:cNvPr>
            <p:cNvSpPr/>
            <p:nvPr/>
          </p:nvSpPr>
          <p:spPr>
            <a:xfrm>
              <a:off x="4106392" y="813930"/>
              <a:ext cx="4592020" cy="5634996"/>
            </a:xfrm>
            <a:prstGeom prst="arc">
              <a:avLst>
                <a:gd name="adj1" fmla="val 17165455"/>
                <a:gd name="adj2" fmla="val 3705535"/>
              </a:avLst>
            </a:prstGeom>
            <a:ln w="25400">
              <a:gradFill>
                <a:gsLst>
                  <a:gs pos="0">
                    <a:schemeClr val="accent1">
                      <a:alpha val="0"/>
                    </a:schemeClr>
                  </a:gs>
                  <a:gs pos="59000">
                    <a:schemeClr val="accent1">
                      <a:alpha val="61000"/>
                    </a:schemeClr>
                  </a:gs>
                  <a:gs pos="100000">
                    <a:schemeClr val="accent1">
                      <a:alpha val="30000"/>
                    </a:scheme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 anchorCtr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56" name="任意多边形: 形状 55" descr="edbcf1d3-3b65-47cf-b905-28fd0539b6e0">
              <a:extLst>
                <a:ext uri="{FF2B5EF4-FFF2-40B4-BE49-F238E27FC236}">
                  <a16:creationId xmlns:a16="http://schemas.microsoft.com/office/drawing/2014/main" id="{62A87823-5485-5E89-5FAB-DBE9AD4E0B79}"/>
                </a:ext>
              </a:extLst>
            </p:cNvPr>
            <p:cNvSpPr/>
            <p:nvPr/>
          </p:nvSpPr>
          <p:spPr>
            <a:xfrm rot="16200000">
              <a:off x="656258" y="2857322"/>
              <a:ext cx="6117805" cy="1475689"/>
            </a:xfrm>
            <a:custGeom>
              <a:avLst/>
              <a:gdLst>
                <a:gd name="connsiteX0" fmla="*/ 3444408 w 3444408"/>
                <a:gd name="connsiteY0" fmla="*/ 830833 h 830833"/>
                <a:gd name="connsiteX1" fmla="*/ 0 w 3444408"/>
                <a:gd name="connsiteY1" fmla="*/ 830833 h 830833"/>
                <a:gd name="connsiteX2" fmla="*/ 1049392 w 3444408"/>
                <a:gd name="connsiteY2" fmla="*/ 0 h 830833"/>
                <a:gd name="connsiteX3" fmla="*/ 1092594 w 3444408"/>
                <a:gd name="connsiteY3" fmla="*/ 0 h 830833"/>
                <a:gd name="connsiteX4" fmla="*/ 1117111 w 3444408"/>
                <a:gd name="connsiteY4" fmla="*/ 10238 h 830833"/>
                <a:gd name="connsiteX5" fmla="*/ 1184041 w 3444408"/>
                <a:gd name="connsiteY5" fmla="*/ 29265 h 830833"/>
                <a:gd name="connsiteX6" fmla="*/ 1204369 w 3444408"/>
                <a:gd name="connsiteY6" fmla="*/ 53902 h 830833"/>
                <a:gd name="connsiteX7" fmla="*/ 1722203 w 3444408"/>
                <a:gd name="connsiteY7" fmla="*/ 268397 h 830833"/>
                <a:gd name="connsiteX8" fmla="*/ 2240038 w 3444408"/>
                <a:gd name="connsiteY8" fmla="*/ 53902 h 830833"/>
                <a:gd name="connsiteX9" fmla="*/ 2260365 w 3444408"/>
                <a:gd name="connsiteY9" fmla="*/ 29266 h 830833"/>
                <a:gd name="connsiteX10" fmla="*/ 2327298 w 3444408"/>
                <a:gd name="connsiteY10" fmla="*/ 10238 h 830833"/>
                <a:gd name="connsiteX11" fmla="*/ 2351815 w 3444408"/>
                <a:gd name="connsiteY11" fmla="*/ 0 h 830833"/>
                <a:gd name="connsiteX12" fmla="*/ 2395016 w 3444408"/>
                <a:gd name="connsiteY12" fmla="*/ 0 h 830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444408" h="830833">
                  <a:moveTo>
                    <a:pt x="3444408" y="830833"/>
                  </a:moveTo>
                  <a:lnTo>
                    <a:pt x="0" y="830833"/>
                  </a:lnTo>
                  <a:lnTo>
                    <a:pt x="1049392" y="0"/>
                  </a:lnTo>
                  <a:lnTo>
                    <a:pt x="1092594" y="0"/>
                  </a:lnTo>
                  <a:lnTo>
                    <a:pt x="1117111" y="10238"/>
                  </a:lnTo>
                  <a:lnTo>
                    <a:pt x="1184041" y="29265"/>
                  </a:lnTo>
                  <a:lnTo>
                    <a:pt x="1204369" y="53902"/>
                  </a:lnTo>
                  <a:cubicBezTo>
                    <a:pt x="1336894" y="186428"/>
                    <a:pt x="1519976" y="268396"/>
                    <a:pt x="1722203" y="268397"/>
                  </a:cubicBezTo>
                  <a:cubicBezTo>
                    <a:pt x="1924430" y="268397"/>
                    <a:pt x="2107513" y="186428"/>
                    <a:pt x="2240038" y="53902"/>
                  </a:cubicBezTo>
                  <a:lnTo>
                    <a:pt x="2260365" y="29266"/>
                  </a:lnTo>
                  <a:lnTo>
                    <a:pt x="2327298" y="10238"/>
                  </a:lnTo>
                  <a:lnTo>
                    <a:pt x="2351815" y="0"/>
                  </a:lnTo>
                  <a:lnTo>
                    <a:pt x="2395016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alpha val="31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  <a:tileRect/>
            </a:gradFill>
            <a:ln w="317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74" name="任意多边形: 形状 73" descr="05d8d9e0-ab8b-4184-b962-95e61c3f517c">
              <a:extLst>
                <a:ext uri="{FF2B5EF4-FFF2-40B4-BE49-F238E27FC236}">
                  <a16:creationId xmlns:a16="http://schemas.microsoft.com/office/drawing/2014/main" id="{2BAC0470-5D77-79DF-1C4C-911FD616E306}"/>
                </a:ext>
              </a:extLst>
            </p:cNvPr>
            <p:cNvSpPr/>
            <p:nvPr/>
          </p:nvSpPr>
          <p:spPr>
            <a:xfrm rot="16200000">
              <a:off x="1606518" y="1577747"/>
              <a:ext cx="6857999" cy="3702505"/>
            </a:xfrm>
            <a:custGeom>
              <a:avLst/>
              <a:gdLst>
                <a:gd name="connsiteX0" fmla="*/ 6857999 w 6857999"/>
                <a:gd name="connsiteY0" fmla="*/ 2787831 h 3702505"/>
                <a:gd name="connsiteX1" fmla="*/ 6857999 w 6857999"/>
                <a:gd name="connsiteY1" fmla="*/ 3702505 h 3702505"/>
                <a:gd name="connsiteX2" fmla="*/ 0 w 6857999"/>
                <a:gd name="connsiteY2" fmla="*/ 3702505 h 3702505"/>
                <a:gd name="connsiteX3" fmla="*/ 0 w 6857999"/>
                <a:gd name="connsiteY3" fmla="*/ 2458142 h 3702505"/>
                <a:gd name="connsiteX4" fmla="*/ 2477865 w 6857999"/>
                <a:gd name="connsiteY4" fmla="*/ 0 h 3702505"/>
                <a:gd name="connsiteX5" fmla="*/ 2535583 w 6857999"/>
                <a:gd name="connsiteY5" fmla="*/ 47622 h 3702505"/>
                <a:gd name="connsiteX6" fmla="*/ 3262833 w 6857999"/>
                <a:gd name="connsiteY6" fmla="*/ 269766 h 3702505"/>
                <a:gd name="connsiteX7" fmla="*/ 3990083 w 6857999"/>
                <a:gd name="connsiteY7" fmla="*/ 47622 h 3702505"/>
                <a:gd name="connsiteX8" fmla="*/ 4047802 w 6857999"/>
                <a:gd name="connsiteY8" fmla="*/ 0 h 37025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857999" h="3702505">
                  <a:moveTo>
                    <a:pt x="6857999" y="2787831"/>
                  </a:moveTo>
                  <a:lnTo>
                    <a:pt x="6857999" y="3702505"/>
                  </a:lnTo>
                  <a:lnTo>
                    <a:pt x="0" y="3702505"/>
                  </a:lnTo>
                  <a:lnTo>
                    <a:pt x="0" y="2458142"/>
                  </a:lnTo>
                  <a:lnTo>
                    <a:pt x="2477865" y="0"/>
                  </a:lnTo>
                  <a:lnTo>
                    <a:pt x="2535583" y="47622"/>
                  </a:lnTo>
                  <a:cubicBezTo>
                    <a:pt x="2743180" y="187873"/>
                    <a:pt x="2993444" y="269766"/>
                    <a:pt x="3262833" y="269766"/>
                  </a:cubicBezTo>
                  <a:cubicBezTo>
                    <a:pt x="3532222" y="269766"/>
                    <a:pt x="3782484" y="187873"/>
                    <a:pt x="3990083" y="47622"/>
                  </a:cubicBezTo>
                  <a:lnTo>
                    <a:pt x="4047802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alpha val="25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  <a:tileRect/>
            </a:gradFill>
            <a:ln w="317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58" name="islide-3" descr="038ff9b3-8bba-4a84-af31-16acd05e9247">
              <a:extLst>
                <a:ext uri="{FF2B5EF4-FFF2-40B4-BE49-F238E27FC236}">
                  <a16:creationId xmlns:a16="http://schemas.microsoft.com/office/drawing/2014/main" id="{DFA221D0-F7D1-5761-2938-9263F32A7426}"/>
                </a:ext>
              </a:extLst>
            </p:cNvPr>
            <p:cNvSpPr/>
            <p:nvPr/>
          </p:nvSpPr>
          <p:spPr>
            <a:xfrm>
              <a:off x="533339" y="813930"/>
              <a:ext cx="4592020" cy="5507807"/>
            </a:xfrm>
            <a:prstGeom prst="arc">
              <a:avLst>
                <a:gd name="adj1" fmla="val 17165455"/>
                <a:gd name="adj2" fmla="val 4741455"/>
              </a:avLst>
            </a:prstGeom>
            <a:ln w="25400">
              <a:gradFill>
                <a:gsLst>
                  <a:gs pos="0">
                    <a:schemeClr val="accent1">
                      <a:alpha val="0"/>
                    </a:schemeClr>
                  </a:gs>
                  <a:gs pos="59000">
                    <a:schemeClr val="accent1">
                      <a:alpha val="61000"/>
                    </a:schemeClr>
                  </a:gs>
                  <a:gs pos="100000">
                    <a:schemeClr val="accent1">
                      <a:alpha val="30000"/>
                    </a:scheme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 anchorCtr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60" name="islide-4-1" descr="c76602fe-fe19-43b8-9508-b078f00f489f">
              <a:extLst>
                <a:ext uri="{FF2B5EF4-FFF2-40B4-BE49-F238E27FC236}">
                  <a16:creationId xmlns:a16="http://schemas.microsoft.com/office/drawing/2014/main" id="{CE22712A-64F2-3949-93A0-7D584DC94F6B}"/>
                </a:ext>
              </a:extLst>
            </p:cNvPr>
            <p:cNvSpPr/>
            <p:nvPr/>
          </p:nvSpPr>
          <p:spPr>
            <a:xfrm>
              <a:off x="406280" y="2007537"/>
              <a:ext cx="3175262" cy="3175260"/>
            </a:xfrm>
            <a:prstGeom prst="blockArc">
              <a:avLst>
                <a:gd name="adj1" fmla="val 18257164"/>
                <a:gd name="adj2" fmla="val 3319074"/>
                <a:gd name="adj3" fmla="val 5612"/>
              </a:avLst>
            </a:prstGeom>
            <a:gradFill flip="none" rotWithShape="1">
              <a:gsLst>
                <a:gs pos="20000">
                  <a:schemeClr val="accent2">
                    <a:lumMod val="60000"/>
                    <a:lumOff val="40000"/>
                  </a:schemeClr>
                </a:gs>
                <a:gs pos="85000">
                  <a:schemeClr val="accent1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endParaRPr/>
            </a:p>
          </p:txBody>
        </p:sp>
        <p:sp>
          <p:nvSpPr>
            <p:cNvPr id="66" name="islide-4-7" descr="97db0685-6fa7-43e3-9a8a-c5f58a7b165b">
              <a:extLst>
                <a:ext uri="{FF2B5EF4-FFF2-40B4-BE49-F238E27FC236}">
                  <a16:creationId xmlns:a16="http://schemas.microsoft.com/office/drawing/2014/main" id="{EF6CF5F4-79B6-AA2D-6F3F-64CCAD028646}"/>
                </a:ext>
              </a:extLst>
            </p:cNvPr>
            <p:cNvSpPr/>
            <p:nvPr/>
          </p:nvSpPr>
          <p:spPr>
            <a:xfrm flipH="1">
              <a:off x="406280" y="2007535"/>
              <a:ext cx="3175262" cy="3175260"/>
            </a:xfrm>
            <a:prstGeom prst="blockArc">
              <a:avLst>
                <a:gd name="adj1" fmla="val 18257164"/>
                <a:gd name="adj2" fmla="val 3319074"/>
                <a:gd name="adj3" fmla="val 5612"/>
              </a:avLst>
            </a:prstGeom>
            <a:gradFill>
              <a:gsLst>
                <a:gs pos="20000">
                  <a:schemeClr val="accent2">
                    <a:lumMod val="60000"/>
                    <a:lumOff val="40000"/>
                  </a:schemeClr>
                </a:gs>
                <a:gs pos="85000">
                  <a:schemeClr val="accent1">
                    <a:lumMod val="60000"/>
                    <a:lumOff val="40000"/>
                  </a:schemeClr>
                </a:gs>
              </a:gsLst>
              <a:lin ang="5400000" scaled="0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endParaRPr/>
            </a:p>
          </p:txBody>
        </p:sp>
        <p:sp>
          <p:nvSpPr>
            <p:cNvPr id="67" name="islide-4-8" descr="6fd47ae0-f10f-49bf-a256-b5eeb2f1418c">
              <a:extLst>
                <a:ext uri="{FF2B5EF4-FFF2-40B4-BE49-F238E27FC236}">
                  <a16:creationId xmlns:a16="http://schemas.microsoft.com/office/drawing/2014/main" id="{CEA950F4-417F-49B5-D7B4-12E60B3DE26C}"/>
                </a:ext>
              </a:extLst>
            </p:cNvPr>
            <p:cNvSpPr/>
            <p:nvPr/>
          </p:nvSpPr>
          <p:spPr>
            <a:xfrm>
              <a:off x="495239" y="2096496"/>
              <a:ext cx="2997342" cy="2997340"/>
            </a:xfrm>
            <a:prstGeom prst="arc">
              <a:avLst>
                <a:gd name="adj1" fmla="val 14255596"/>
                <a:gd name="adj2" fmla="val 18088074"/>
              </a:avLst>
            </a:prstGeom>
            <a:noFill/>
            <a:ln w="19050">
              <a:gradFill flip="none" rotWithShape="1">
                <a:gsLst>
                  <a:gs pos="20000">
                    <a:schemeClr val="accent1"/>
                  </a:gs>
                  <a:gs pos="100000">
                    <a:schemeClr val="accent2"/>
                  </a:gs>
                </a:gsLst>
                <a:lin ang="0" scaled="1"/>
                <a:tileRect/>
              </a:gra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endParaRPr/>
            </a:p>
          </p:txBody>
        </p:sp>
        <p:sp>
          <p:nvSpPr>
            <p:cNvPr id="68" name="islide-4-9" descr="5c931b5b-04a8-4f4d-bfc9-e4b540470403">
              <a:extLst>
                <a:ext uri="{FF2B5EF4-FFF2-40B4-BE49-F238E27FC236}">
                  <a16:creationId xmlns:a16="http://schemas.microsoft.com/office/drawing/2014/main" id="{C0347066-6F68-51F1-E2F1-41805ADEED7F}"/>
                </a:ext>
              </a:extLst>
            </p:cNvPr>
            <p:cNvSpPr/>
            <p:nvPr/>
          </p:nvSpPr>
          <p:spPr>
            <a:xfrm flipV="1">
              <a:off x="495239" y="2096496"/>
              <a:ext cx="2997342" cy="2997340"/>
            </a:xfrm>
            <a:prstGeom prst="arc">
              <a:avLst>
                <a:gd name="adj1" fmla="val 14255596"/>
                <a:gd name="adj2" fmla="val 18088074"/>
              </a:avLst>
            </a:prstGeom>
            <a:noFill/>
            <a:ln w="19050">
              <a:gradFill flip="none" rotWithShape="1">
                <a:gsLst>
                  <a:gs pos="20000">
                    <a:schemeClr val="accent1"/>
                  </a:gs>
                  <a:gs pos="100000">
                    <a:schemeClr val="accent2"/>
                  </a:gs>
                </a:gsLst>
                <a:lin ang="10800000" scaled="1"/>
                <a:tileRect/>
              </a:gra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173" name="Title" descr="a63d3f90-8a40-4c19-8b11-ce23c9ddbc0b">
              <a:extLst>
                <a:ext uri="{FF2B5EF4-FFF2-40B4-BE49-F238E27FC236}">
                  <a16:creationId xmlns:a16="http://schemas.microsoft.com/office/drawing/2014/main" id="{4169E963-4F1D-8661-D151-0A123F7C9F67}"/>
                </a:ext>
              </a:extLst>
            </p:cNvPr>
            <p:cNvSpPr txBox="1"/>
            <p:nvPr/>
          </p:nvSpPr>
          <p:spPr>
            <a:xfrm>
              <a:off x="646189" y="2243981"/>
              <a:ext cx="2702366" cy="2702366"/>
            </a:xfrm>
            <a:prstGeom prst="ellipse">
              <a:avLst/>
            </a:prstGeom>
            <a:gradFill flip="none" rotWithShape="1">
              <a:gsLst>
                <a:gs pos="90000">
                  <a:schemeClr val="accent2">
                    <a:alpha val="50000"/>
                  </a:schemeClr>
                </a:gs>
                <a:gs pos="50000">
                  <a:schemeClr val="accent1">
                    <a:alpha val="10000"/>
                  </a:schemeClr>
                </a:gs>
                <a:gs pos="10000">
                  <a:schemeClr val="accent2">
                    <a:alpha val="50000"/>
                  </a:schemeClr>
                </a:gs>
              </a:gsLst>
              <a:lin ang="2700000" scaled="1"/>
              <a:tileRect/>
            </a:gradFill>
            <a:ln w="12700">
              <a:gradFill flip="none" rotWithShape="1">
                <a:gsLst>
                  <a:gs pos="0">
                    <a:schemeClr val="accent2">
                      <a:lumMod val="40000"/>
                      <a:lumOff val="60000"/>
                    </a:schemeClr>
                  </a:gs>
                  <a:gs pos="50500">
                    <a:schemeClr val="accent1">
                      <a:alpha val="0"/>
                    </a:schemeClr>
                  </a:gs>
                  <a:gs pos="100000">
                    <a:schemeClr val="accent2">
                      <a:lumMod val="40000"/>
                      <a:lumOff val="60000"/>
                    </a:schemeClr>
                  </a:gs>
                </a:gsLst>
                <a:lin ang="270000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>
              <a:defPPr>
                <a:defRPr lang="en-US"/>
              </a:defPPr>
              <a:lvl1pPr algn="ctr">
                <a:defRPr sz="2400" b="1">
                  <a:solidFill>
                    <a:schemeClr val="tx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algn="ctr"/>
              <a:r>
                <a:rPr lang="en-US" sz="2400" b="1" i="0" u="none">
                  <a:solidFill>
                    <a:srgbClr val="000000"/>
                  </a:solidFill>
                  <a:ea typeface="微软雅黑"/>
                </a:rPr>
                <a:t>说明开发过程中的挑战和工作量</a:t>
              </a:r>
            </a:p>
          </p:txBody>
        </p:sp>
        <p:grpSp>
          <p:nvGrpSpPr>
            <p:cNvPr id="28" name="组合 27" descr="714331dd-a0b6-4aa8-9f5c-52a5ec47431a">
              <a:extLst>
                <a:ext uri="{FF2B5EF4-FFF2-40B4-BE49-F238E27FC236}">
                  <a16:creationId xmlns:a16="http://schemas.microsoft.com/office/drawing/2014/main" id="{36092D80-C1C7-334B-4AF2-B854F25F7FC5}"/>
                </a:ext>
              </a:extLst>
            </p:cNvPr>
            <p:cNvGrpSpPr/>
            <p:nvPr/>
          </p:nvGrpSpPr>
          <p:grpSpPr>
            <a:xfrm>
              <a:off x="3871085" y="1044647"/>
              <a:ext cx="3702507" cy="1459946"/>
              <a:chOff x="3871085" y="609740"/>
              <a:chExt cx="3702507" cy="1459946"/>
            </a:xfrm>
          </p:grpSpPr>
          <p:grpSp>
            <p:nvGrpSpPr>
              <p:cNvPr id="27" name="组合 26" descr="c86dff3c-cc2d-4e57-a671-6cf4dd4e527c">
                <a:extLst>
                  <a:ext uri="{FF2B5EF4-FFF2-40B4-BE49-F238E27FC236}">
                    <a16:creationId xmlns:a16="http://schemas.microsoft.com/office/drawing/2014/main" id="{8F738FEF-AE38-8D61-9AD4-4A86D05E0B17}"/>
                  </a:ext>
                </a:extLst>
              </p:cNvPr>
              <p:cNvGrpSpPr/>
              <p:nvPr/>
            </p:nvGrpSpPr>
            <p:grpSpPr>
              <a:xfrm>
                <a:off x="3871085" y="997874"/>
                <a:ext cx="757504" cy="757504"/>
                <a:chOff x="3871085" y="997874"/>
                <a:chExt cx="757504" cy="757504"/>
              </a:xfrm>
            </p:grpSpPr>
            <p:sp>
              <p:nvSpPr>
                <p:cNvPr id="47" name="islide-4-1" descr="a2300750-4bec-4d1e-ae88-b40eee62234f">
                  <a:extLst>
                    <a:ext uri="{FF2B5EF4-FFF2-40B4-BE49-F238E27FC236}">
                      <a16:creationId xmlns:a16="http://schemas.microsoft.com/office/drawing/2014/main" id="{912B4AA5-0F66-9178-4886-9CE588829D05}"/>
                    </a:ext>
                  </a:extLst>
                </p:cNvPr>
                <p:cNvSpPr/>
                <p:nvPr/>
              </p:nvSpPr>
              <p:spPr>
                <a:xfrm>
                  <a:off x="3871085" y="997874"/>
                  <a:ext cx="757504" cy="757504"/>
                </a:xfrm>
                <a:prstGeom prst="blockArc">
                  <a:avLst>
                    <a:gd name="adj1" fmla="val 18257164"/>
                    <a:gd name="adj2" fmla="val 3319074"/>
                    <a:gd name="adj3" fmla="val 5612"/>
                  </a:avLst>
                </a:prstGeom>
                <a:gradFill flip="none" rotWithShape="1">
                  <a:gsLst>
                    <a:gs pos="20000">
                      <a:schemeClr val="accent2">
                        <a:lumMod val="60000"/>
                        <a:lumOff val="40000"/>
                      </a:schemeClr>
                    </a:gs>
                    <a:gs pos="85000">
                      <a:schemeClr val="accent1">
                        <a:lumMod val="60000"/>
                        <a:lumOff val="40000"/>
                      </a:schemeClr>
                    </a:gs>
                  </a:gsLst>
                  <a:lin ang="16200000" scaled="1"/>
                  <a:tileRect/>
                </a:gra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 anchorCtr="0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/>
                </a:p>
              </p:txBody>
            </p:sp>
            <p:sp>
              <p:nvSpPr>
                <p:cNvPr id="53" name="islide-4-7" descr="a5b5df1e-d6a1-4fad-a8a8-626579de19ff">
                  <a:extLst>
                    <a:ext uri="{FF2B5EF4-FFF2-40B4-BE49-F238E27FC236}">
                      <a16:creationId xmlns:a16="http://schemas.microsoft.com/office/drawing/2014/main" id="{EA694AD2-BC11-0D43-4F7E-B2C55939F4D8}"/>
                    </a:ext>
                  </a:extLst>
                </p:cNvPr>
                <p:cNvSpPr/>
                <p:nvPr/>
              </p:nvSpPr>
              <p:spPr>
                <a:xfrm flipH="1">
                  <a:off x="3871085" y="997874"/>
                  <a:ext cx="757504" cy="757504"/>
                </a:xfrm>
                <a:prstGeom prst="blockArc">
                  <a:avLst>
                    <a:gd name="adj1" fmla="val 18257164"/>
                    <a:gd name="adj2" fmla="val 3319074"/>
                    <a:gd name="adj3" fmla="val 5612"/>
                  </a:avLst>
                </a:prstGeom>
                <a:gradFill>
                  <a:gsLst>
                    <a:gs pos="20000">
                      <a:schemeClr val="accent2">
                        <a:lumMod val="60000"/>
                        <a:lumOff val="40000"/>
                      </a:schemeClr>
                    </a:gs>
                    <a:gs pos="85000">
                      <a:schemeClr val="accent1">
                        <a:lumMod val="60000"/>
                        <a:lumOff val="40000"/>
                      </a:schemeClr>
                    </a:gs>
                  </a:gsLst>
                  <a:lin ang="5400000" scaled="0"/>
                </a:gra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 anchorCtr="0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/>
                </a:p>
              </p:txBody>
            </p:sp>
            <p:sp>
              <p:nvSpPr>
                <p:cNvPr id="54" name="islide-4-8" descr="864d30e2-1536-47cd-9f0a-7bc0e7ed1b2d">
                  <a:extLst>
                    <a:ext uri="{FF2B5EF4-FFF2-40B4-BE49-F238E27FC236}">
                      <a16:creationId xmlns:a16="http://schemas.microsoft.com/office/drawing/2014/main" id="{52B090AC-A5AD-8C81-BA07-F30A1DBAE99D}"/>
                    </a:ext>
                  </a:extLst>
                </p:cNvPr>
                <p:cNvSpPr/>
                <p:nvPr/>
              </p:nvSpPr>
              <p:spPr>
                <a:xfrm>
                  <a:off x="3892307" y="1019096"/>
                  <a:ext cx="715059" cy="715059"/>
                </a:xfrm>
                <a:prstGeom prst="arc">
                  <a:avLst>
                    <a:gd name="adj1" fmla="val 14255596"/>
                    <a:gd name="adj2" fmla="val 18088074"/>
                  </a:avLst>
                </a:prstGeom>
                <a:noFill/>
                <a:ln w="19050">
                  <a:gradFill flip="none" rotWithShape="1">
                    <a:gsLst>
                      <a:gs pos="20000">
                        <a:schemeClr val="accent1"/>
                      </a:gs>
                      <a:gs pos="100000">
                        <a:schemeClr val="accent2"/>
                      </a:gs>
                    </a:gsLst>
                    <a:lin ang="0" scaled="1"/>
                    <a:tileRect/>
                  </a:gra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 anchorCtr="0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/>
                </a:p>
              </p:txBody>
            </p:sp>
            <p:sp>
              <p:nvSpPr>
                <p:cNvPr id="55" name="islide-4-9" descr="c6d966be-ec52-4b1e-bee5-9a1466b5f121">
                  <a:extLst>
                    <a:ext uri="{FF2B5EF4-FFF2-40B4-BE49-F238E27FC236}">
                      <a16:creationId xmlns:a16="http://schemas.microsoft.com/office/drawing/2014/main" id="{DFE8E21F-3D45-4F97-6A7D-049C00A07885}"/>
                    </a:ext>
                  </a:extLst>
                </p:cNvPr>
                <p:cNvSpPr/>
                <p:nvPr/>
              </p:nvSpPr>
              <p:spPr>
                <a:xfrm flipV="1">
                  <a:off x="3892307" y="1019096"/>
                  <a:ext cx="715059" cy="715059"/>
                </a:xfrm>
                <a:prstGeom prst="arc">
                  <a:avLst>
                    <a:gd name="adj1" fmla="val 14255596"/>
                    <a:gd name="adj2" fmla="val 18088074"/>
                  </a:avLst>
                </a:prstGeom>
                <a:noFill/>
                <a:ln w="19050">
                  <a:gradFill flip="none" rotWithShape="1">
                    <a:gsLst>
                      <a:gs pos="20000">
                        <a:schemeClr val="accent1"/>
                      </a:gs>
                      <a:gs pos="100000">
                        <a:schemeClr val="accent2"/>
                      </a:gs>
                    </a:gsLst>
                    <a:lin ang="10800000" scaled="1"/>
                    <a:tileRect/>
                  </a:gra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 anchorCtr="0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/>
                </a:p>
              </p:txBody>
            </p:sp>
          </p:grpSp>
          <p:grpSp>
            <p:nvGrpSpPr>
              <p:cNvPr id="15" name="组合 14" descr="2e09f964-8fe6-45bb-b020-1313c3c85809">
                <a:extLst>
                  <a:ext uri="{FF2B5EF4-FFF2-40B4-BE49-F238E27FC236}">
                    <a16:creationId xmlns:a16="http://schemas.microsoft.com/office/drawing/2014/main" id="{45E7CAE4-53CD-6F13-140B-F61C868870D7}"/>
                  </a:ext>
                </a:extLst>
              </p:cNvPr>
              <p:cNvGrpSpPr/>
              <p:nvPr/>
            </p:nvGrpSpPr>
            <p:grpSpPr>
              <a:xfrm>
                <a:off x="3957759" y="609740"/>
                <a:ext cx="3615833" cy="1459946"/>
                <a:chOff x="3957759" y="609740"/>
                <a:chExt cx="3615833" cy="1459946"/>
              </a:xfrm>
            </p:grpSpPr>
            <p:sp>
              <p:nvSpPr>
                <p:cNvPr id="48" name="Number1" descr="7dd340e4-adca-41f2-a1f7-ba2762770365">
                  <a:extLst>
                    <a:ext uri="{FF2B5EF4-FFF2-40B4-BE49-F238E27FC236}">
                      <a16:creationId xmlns:a16="http://schemas.microsoft.com/office/drawing/2014/main" id="{AA372047-DE98-F526-6E28-805F9B11A040}"/>
                    </a:ext>
                  </a:extLst>
                </p:cNvPr>
                <p:cNvSpPr/>
                <p:nvPr/>
              </p:nvSpPr>
              <p:spPr>
                <a:xfrm>
                  <a:off x="3957759" y="1084548"/>
                  <a:ext cx="584157" cy="584157"/>
                </a:xfrm>
                <a:prstGeom prst="ellipse">
                  <a:avLst/>
                </a:prstGeom>
                <a:gradFill flip="none" rotWithShape="1">
                  <a:gsLst>
                    <a:gs pos="80000">
                      <a:schemeClr val="accent1"/>
                    </a:gs>
                    <a:gs pos="0">
                      <a:schemeClr val="accent2">
                        <a:alpha val="90000"/>
                      </a:schemeClr>
                    </a:gs>
                  </a:gsLst>
                  <a:lin ang="2700000" scaled="1"/>
                  <a:tileRect/>
                </a:gradFill>
                <a:ln w="12700">
                  <a:gradFill flip="none" rotWithShape="1">
                    <a:gsLst>
                      <a:gs pos="0">
                        <a:schemeClr val="accent2">
                          <a:lumMod val="40000"/>
                          <a:lumOff val="60000"/>
                        </a:schemeClr>
                      </a:gs>
                      <a:gs pos="50500">
                        <a:schemeClr val="accent1">
                          <a:alpha val="0"/>
                        </a:schemeClr>
                      </a:gs>
                      <a:gs pos="100000">
                        <a:schemeClr val="accent2">
                          <a:lumMod val="40000"/>
                          <a:lumOff val="60000"/>
                        </a:schemeClr>
                      </a:gs>
                    </a:gsLst>
                    <a:lin ang="2700000" scaled="1"/>
                    <a:tileRect/>
                  </a:gra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0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sz="2400" b="1" i="0" u="none">
                      <a:solidFill>
                        <a:srgbClr val="FFFFFF"/>
                      </a:solidFill>
                      <a:latin typeface="Arial"/>
                    </a:rPr>
                    <a:t>1</a:t>
                  </a:r>
                </a:p>
              </p:txBody>
            </p:sp>
            <p:sp>
              <p:nvSpPr>
                <p:cNvPr id="77" name="Bullet1" descr="cc7f53fd-a32c-4463-98f5-0000c4d1e9b7">
                  <a:extLst>
                    <a:ext uri="{FF2B5EF4-FFF2-40B4-BE49-F238E27FC236}">
                      <a16:creationId xmlns:a16="http://schemas.microsoft.com/office/drawing/2014/main" id="{CB2B9BDE-1AB9-74D9-676F-FB9F3AACF681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4654645" y="609740"/>
                  <a:ext cx="2918947" cy="69377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b" anchorCtr="0">
                  <a:normAutofit/>
                </a:bodyPr>
                <a:lstStyle/>
                <a:p>
                  <a:pPr algn="l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1800" b="1" i="0" u="none" strike="noStrike">
                      <a:solidFill>
                        <a:srgbClr val="000000"/>
                      </a:solidFill>
                      <a:ea typeface="微软雅黑"/>
                    </a:rPr>
                    <a:t>完整App实现</a:t>
                  </a:r>
                </a:p>
              </p:txBody>
            </p:sp>
            <p:sp>
              <p:nvSpPr>
                <p:cNvPr id="78" name="Text1" descr="90a4784c-1caa-4177-9df8-6d0019357d53">
                  <a:extLst>
                    <a:ext uri="{FF2B5EF4-FFF2-40B4-BE49-F238E27FC236}">
                      <a16:creationId xmlns:a16="http://schemas.microsoft.com/office/drawing/2014/main" id="{4FFA25CA-EA47-A673-A44A-C56A5D107C38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4654645" y="1303515"/>
                  <a:ext cx="2918947" cy="76617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t" anchorCtr="0">
                  <a:normAutofit/>
                </a:bodyPr>
                <a:lstStyle/>
                <a:p>
                  <a:pPr algn="l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1200" b="0" i="0" u="none" strike="noStrike">
                      <a:solidFill>
                        <a:srgbClr val="000000"/>
                      </a:solidFill>
                      <a:ea typeface="微软雅黑"/>
                    </a:rPr>
                    <a:t>从零实现完整App，而非简单Demo，难度大。</a:t>
                  </a:r>
                </a:p>
              </p:txBody>
            </p:sp>
          </p:grpSp>
        </p:grpSp>
        <p:grpSp>
          <p:nvGrpSpPr>
            <p:cNvPr id="30" name="组合 29" descr="5afebbfd-cfab-4ff6-8b30-ad68428b5ca7">
              <a:extLst>
                <a:ext uri="{FF2B5EF4-FFF2-40B4-BE49-F238E27FC236}">
                  <a16:creationId xmlns:a16="http://schemas.microsoft.com/office/drawing/2014/main" id="{19FB74F0-7FEC-2B68-59CC-96E598FB21B7}"/>
                </a:ext>
              </a:extLst>
            </p:cNvPr>
            <p:cNvGrpSpPr/>
            <p:nvPr/>
          </p:nvGrpSpPr>
          <p:grpSpPr>
            <a:xfrm>
              <a:off x="4667090" y="2912717"/>
              <a:ext cx="3476865" cy="1459946"/>
              <a:chOff x="4541916" y="1535069"/>
              <a:chExt cx="3476865" cy="1459946"/>
            </a:xfrm>
          </p:grpSpPr>
          <p:grpSp>
            <p:nvGrpSpPr>
              <p:cNvPr id="29" name="组合 28" descr="819ff01d-027e-46a1-8ccc-df0078c4e091">
                <a:extLst>
                  <a:ext uri="{FF2B5EF4-FFF2-40B4-BE49-F238E27FC236}">
                    <a16:creationId xmlns:a16="http://schemas.microsoft.com/office/drawing/2014/main" id="{7D3049F6-A5F2-EE89-BE74-42D78391BCB9}"/>
                  </a:ext>
                </a:extLst>
              </p:cNvPr>
              <p:cNvGrpSpPr/>
              <p:nvPr/>
            </p:nvGrpSpPr>
            <p:grpSpPr>
              <a:xfrm>
                <a:off x="4541916" y="1923203"/>
                <a:ext cx="757504" cy="757504"/>
                <a:chOff x="4541916" y="1923203"/>
                <a:chExt cx="757504" cy="757504"/>
              </a:xfrm>
            </p:grpSpPr>
            <p:sp>
              <p:nvSpPr>
                <p:cNvPr id="336" name="islide-4-1" descr="110f29c5-7211-40a9-84bf-c2ff1941ba69">
                  <a:extLst>
                    <a:ext uri="{FF2B5EF4-FFF2-40B4-BE49-F238E27FC236}">
                      <a16:creationId xmlns:a16="http://schemas.microsoft.com/office/drawing/2014/main" id="{1E096DDA-9066-34D3-488F-5A5B21621A79}"/>
                    </a:ext>
                  </a:extLst>
                </p:cNvPr>
                <p:cNvSpPr/>
                <p:nvPr/>
              </p:nvSpPr>
              <p:spPr>
                <a:xfrm>
                  <a:off x="4541916" y="1923203"/>
                  <a:ext cx="757504" cy="757504"/>
                </a:xfrm>
                <a:prstGeom prst="blockArc">
                  <a:avLst>
                    <a:gd name="adj1" fmla="val 18257164"/>
                    <a:gd name="adj2" fmla="val 3319074"/>
                    <a:gd name="adj3" fmla="val 5612"/>
                  </a:avLst>
                </a:prstGeom>
                <a:gradFill flip="none" rotWithShape="1">
                  <a:gsLst>
                    <a:gs pos="20000">
                      <a:schemeClr val="accent2">
                        <a:lumMod val="60000"/>
                        <a:lumOff val="40000"/>
                      </a:schemeClr>
                    </a:gs>
                    <a:gs pos="85000">
                      <a:schemeClr val="accent1">
                        <a:lumMod val="60000"/>
                        <a:lumOff val="40000"/>
                      </a:schemeClr>
                    </a:gs>
                  </a:gsLst>
                  <a:lin ang="16200000" scaled="1"/>
                  <a:tileRect/>
                </a:gra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 anchorCtr="0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/>
                </a:p>
              </p:txBody>
            </p:sp>
            <p:sp>
              <p:nvSpPr>
                <p:cNvPr id="342" name="islide-4-7" descr="6c8eb545-02ff-4b69-ab4e-30ce7cdf7a18">
                  <a:extLst>
                    <a:ext uri="{FF2B5EF4-FFF2-40B4-BE49-F238E27FC236}">
                      <a16:creationId xmlns:a16="http://schemas.microsoft.com/office/drawing/2014/main" id="{788B8890-CC9D-DFFD-9ED8-B8453227A726}"/>
                    </a:ext>
                  </a:extLst>
                </p:cNvPr>
                <p:cNvSpPr/>
                <p:nvPr/>
              </p:nvSpPr>
              <p:spPr>
                <a:xfrm flipH="1">
                  <a:off x="4541916" y="1923203"/>
                  <a:ext cx="757504" cy="757504"/>
                </a:xfrm>
                <a:prstGeom prst="blockArc">
                  <a:avLst>
                    <a:gd name="adj1" fmla="val 18257164"/>
                    <a:gd name="adj2" fmla="val 3319074"/>
                    <a:gd name="adj3" fmla="val 5612"/>
                  </a:avLst>
                </a:prstGeom>
                <a:gradFill>
                  <a:gsLst>
                    <a:gs pos="20000">
                      <a:schemeClr val="accent2">
                        <a:lumMod val="60000"/>
                        <a:lumOff val="40000"/>
                      </a:schemeClr>
                    </a:gs>
                    <a:gs pos="85000">
                      <a:schemeClr val="accent1">
                        <a:lumMod val="60000"/>
                        <a:lumOff val="40000"/>
                      </a:schemeClr>
                    </a:gs>
                  </a:gsLst>
                  <a:lin ang="5400000" scaled="0"/>
                </a:gra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 anchorCtr="0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/>
                </a:p>
              </p:txBody>
            </p:sp>
            <p:sp>
              <p:nvSpPr>
                <p:cNvPr id="343" name="islide-4-8" descr="afd19f98-7b76-417d-abf2-cc22d83f356f">
                  <a:extLst>
                    <a:ext uri="{FF2B5EF4-FFF2-40B4-BE49-F238E27FC236}">
                      <a16:creationId xmlns:a16="http://schemas.microsoft.com/office/drawing/2014/main" id="{59C79FA5-9FFA-A87C-222F-382DA988A2FF}"/>
                    </a:ext>
                  </a:extLst>
                </p:cNvPr>
                <p:cNvSpPr/>
                <p:nvPr/>
              </p:nvSpPr>
              <p:spPr>
                <a:xfrm>
                  <a:off x="4563138" y="1944425"/>
                  <a:ext cx="715059" cy="715059"/>
                </a:xfrm>
                <a:prstGeom prst="arc">
                  <a:avLst>
                    <a:gd name="adj1" fmla="val 14255596"/>
                    <a:gd name="adj2" fmla="val 18088074"/>
                  </a:avLst>
                </a:prstGeom>
                <a:noFill/>
                <a:ln w="19050">
                  <a:gradFill flip="none" rotWithShape="1">
                    <a:gsLst>
                      <a:gs pos="20000">
                        <a:schemeClr val="accent1"/>
                      </a:gs>
                      <a:gs pos="100000">
                        <a:schemeClr val="accent2"/>
                      </a:gs>
                    </a:gsLst>
                    <a:lin ang="0" scaled="1"/>
                    <a:tileRect/>
                  </a:gra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 anchorCtr="0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/>
                </a:p>
              </p:txBody>
            </p:sp>
            <p:sp>
              <p:nvSpPr>
                <p:cNvPr id="344" name="islide-4-9" descr="a5db4f10-1698-4530-bf1b-f8ab89d643ee">
                  <a:extLst>
                    <a:ext uri="{FF2B5EF4-FFF2-40B4-BE49-F238E27FC236}">
                      <a16:creationId xmlns:a16="http://schemas.microsoft.com/office/drawing/2014/main" id="{09B7B20E-FC86-D461-9769-DD0DB3BBA4FC}"/>
                    </a:ext>
                  </a:extLst>
                </p:cNvPr>
                <p:cNvSpPr/>
                <p:nvPr/>
              </p:nvSpPr>
              <p:spPr>
                <a:xfrm flipV="1">
                  <a:off x="4563138" y="1944425"/>
                  <a:ext cx="715059" cy="715059"/>
                </a:xfrm>
                <a:prstGeom prst="arc">
                  <a:avLst>
                    <a:gd name="adj1" fmla="val 14255596"/>
                    <a:gd name="adj2" fmla="val 18088074"/>
                  </a:avLst>
                </a:prstGeom>
                <a:noFill/>
                <a:ln w="19050">
                  <a:gradFill flip="none" rotWithShape="1">
                    <a:gsLst>
                      <a:gs pos="20000">
                        <a:schemeClr val="accent1"/>
                      </a:gs>
                      <a:gs pos="100000">
                        <a:schemeClr val="accent2"/>
                      </a:gs>
                    </a:gsLst>
                    <a:lin ang="10800000" scaled="1"/>
                    <a:tileRect/>
                  </a:gra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 anchorCtr="0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/>
                </a:p>
              </p:txBody>
            </p:sp>
          </p:grpSp>
          <p:grpSp>
            <p:nvGrpSpPr>
              <p:cNvPr id="16" name="组合 15" descr="02d97507-df75-4bee-ba17-5cccfc9f1289">
                <a:extLst>
                  <a:ext uri="{FF2B5EF4-FFF2-40B4-BE49-F238E27FC236}">
                    <a16:creationId xmlns:a16="http://schemas.microsoft.com/office/drawing/2014/main" id="{86A4D0D9-C4E7-EED0-8A2D-FE243AA5C6CA}"/>
                  </a:ext>
                </a:extLst>
              </p:cNvPr>
              <p:cNvGrpSpPr/>
              <p:nvPr/>
            </p:nvGrpSpPr>
            <p:grpSpPr>
              <a:xfrm>
                <a:off x="4628590" y="1535069"/>
                <a:ext cx="3390191" cy="1459946"/>
                <a:chOff x="4628590" y="1535069"/>
                <a:chExt cx="3390191" cy="1459946"/>
              </a:xfrm>
            </p:grpSpPr>
            <p:sp>
              <p:nvSpPr>
                <p:cNvPr id="337" name="Number2" descr="e56cc71b-ea58-411c-a20d-98ebb0ef35b0">
                  <a:extLst>
                    <a:ext uri="{FF2B5EF4-FFF2-40B4-BE49-F238E27FC236}">
                      <a16:creationId xmlns:a16="http://schemas.microsoft.com/office/drawing/2014/main" id="{1C4C49E4-B5AC-7A6F-977A-E293738133A0}"/>
                    </a:ext>
                  </a:extLst>
                </p:cNvPr>
                <p:cNvSpPr/>
                <p:nvPr/>
              </p:nvSpPr>
              <p:spPr>
                <a:xfrm>
                  <a:off x="4628590" y="2009877"/>
                  <a:ext cx="584157" cy="584157"/>
                </a:xfrm>
                <a:prstGeom prst="ellipse">
                  <a:avLst/>
                </a:prstGeom>
                <a:gradFill flip="none" rotWithShape="1">
                  <a:gsLst>
                    <a:gs pos="80000">
                      <a:schemeClr val="accent1"/>
                    </a:gs>
                    <a:gs pos="0">
                      <a:schemeClr val="accent2">
                        <a:alpha val="90000"/>
                      </a:schemeClr>
                    </a:gs>
                  </a:gsLst>
                  <a:lin ang="2700000" scaled="1"/>
                  <a:tileRect/>
                </a:gradFill>
                <a:ln w="12700">
                  <a:gradFill flip="none" rotWithShape="1">
                    <a:gsLst>
                      <a:gs pos="0">
                        <a:schemeClr val="accent2">
                          <a:lumMod val="40000"/>
                          <a:lumOff val="60000"/>
                        </a:schemeClr>
                      </a:gs>
                      <a:gs pos="50500">
                        <a:schemeClr val="accent1">
                          <a:alpha val="0"/>
                        </a:schemeClr>
                      </a:gs>
                      <a:gs pos="100000">
                        <a:schemeClr val="accent2">
                          <a:lumMod val="40000"/>
                          <a:lumOff val="60000"/>
                        </a:schemeClr>
                      </a:gs>
                    </a:gsLst>
                    <a:lin ang="2700000" scaled="1"/>
                    <a:tileRect/>
                  </a:gra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0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sz="2400" b="1" i="0" u="none">
                      <a:solidFill>
                        <a:srgbClr val="FFFFFF"/>
                      </a:solidFill>
                      <a:latin typeface="Arial"/>
                    </a:rPr>
                    <a:t>2</a:t>
                  </a:r>
                </a:p>
              </p:txBody>
            </p:sp>
            <p:sp>
              <p:nvSpPr>
                <p:cNvPr id="334" name="Bullet2" descr="ecc98393-2948-45ad-a61c-e128b724293a">
                  <a:extLst>
                    <a:ext uri="{FF2B5EF4-FFF2-40B4-BE49-F238E27FC236}">
                      <a16:creationId xmlns:a16="http://schemas.microsoft.com/office/drawing/2014/main" id="{36698597-3AE7-DAB4-CCC9-45870DDD02C7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5325477" y="1535069"/>
                  <a:ext cx="2693304" cy="69377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b" anchorCtr="0">
                  <a:normAutofit/>
                </a:bodyPr>
                <a:lstStyle/>
                <a:p>
                  <a:pPr algn="l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1800" b="1" i="0" u="none" strike="noStrike">
                      <a:solidFill>
                        <a:srgbClr val="000000"/>
                      </a:solidFill>
                      <a:ea typeface="微软雅黑"/>
                    </a:rPr>
                    <a:t>多页面逻辑</a:t>
                  </a:r>
                </a:p>
              </p:txBody>
            </p:sp>
            <p:sp>
              <p:nvSpPr>
                <p:cNvPr id="335" name="Text2" descr="260df0e5-00ca-43ab-aaa9-14da5fa46090">
                  <a:extLst>
                    <a:ext uri="{FF2B5EF4-FFF2-40B4-BE49-F238E27FC236}">
                      <a16:creationId xmlns:a16="http://schemas.microsoft.com/office/drawing/2014/main" id="{8FBC853F-1A62-1798-2E25-2ADC755CD6D5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5325477" y="2228844"/>
                  <a:ext cx="2693304" cy="76617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t" anchorCtr="0">
                  <a:normAutofit/>
                </a:bodyPr>
                <a:lstStyle/>
                <a:p>
                  <a:pPr algn="l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1200" b="0" i="0" u="none" strike="noStrike">
                      <a:solidFill>
                        <a:srgbClr val="000000"/>
                      </a:solidFill>
                      <a:ea typeface="微软雅黑"/>
                    </a:rPr>
                    <a:t>涉及多页面跳转逻辑，需确保流畅切换。</a:t>
                  </a:r>
                </a:p>
              </p:txBody>
            </p:sp>
          </p:grpSp>
        </p:grpSp>
        <p:grpSp>
          <p:nvGrpSpPr>
            <p:cNvPr id="38" name="组合 37" descr="142d1291-5409-4f30-b38b-2134bc2dba3c">
              <a:extLst>
                <a:ext uri="{FF2B5EF4-FFF2-40B4-BE49-F238E27FC236}">
                  <a16:creationId xmlns:a16="http://schemas.microsoft.com/office/drawing/2014/main" id="{47C1CFBB-68B1-83B1-A686-CBCAFECE33C8}"/>
                </a:ext>
              </a:extLst>
            </p:cNvPr>
            <p:cNvGrpSpPr/>
            <p:nvPr/>
          </p:nvGrpSpPr>
          <p:grpSpPr>
            <a:xfrm>
              <a:off x="3817852" y="4780787"/>
              <a:ext cx="3702507" cy="1459946"/>
              <a:chOff x="3817852" y="5236384"/>
              <a:chExt cx="3702507" cy="1459946"/>
            </a:xfrm>
          </p:grpSpPr>
          <p:grpSp>
            <p:nvGrpSpPr>
              <p:cNvPr id="37" name="组合 36" descr="65ca17d3-157e-43e8-96d4-f2096e9cc3f5">
                <a:extLst>
                  <a:ext uri="{FF2B5EF4-FFF2-40B4-BE49-F238E27FC236}">
                    <a16:creationId xmlns:a16="http://schemas.microsoft.com/office/drawing/2014/main" id="{390375E1-A899-E621-1CB1-005966B65247}"/>
                  </a:ext>
                </a:extLst>
              </p:cNvPr>
              <p:cNvGrpSpPr/>
              <p:nvPr/>
            </p:nvGrpSpPr>
            <p:grpSpPr>
              <a:xfrm>
                <a:off x="3817852" y="5624518"/>
                <a:ext cx="757504" cy="757504"/>
                <a:chOff x="3817852" y="5624518"/>
                <a:chExt cx="757504" cy="757504"/>
              </a:xfrm>
            </p:grpSpPr>
            <p:sp>
              <p:nvSpPr>
                <p:cNvPr id="392" name="islide-4-1" descr="8a60c917-ba97-40c3-aa80-da09a6ce9d8e">
                  <a:extLst>
                    <a:ext uri="{FF2B5EF4-FFF2-40B4-BE49-F238E27FC236}">
                      <a16:creationId xmlns:a16="http://schemas.microsoft.com/office/drawing/2014/main" id="{CEE65D7F-EEF6-70D1-8C79-720B927D5C79}"/>
                    </a:ext>
                  </a:extLst>
                </p:cNvPr>
                <p:cNvSpPr/>
                <p:nvPr/>
              </p:nvSpPr>
              <p:spPr>
                <a:xfrm>
                  <a:off x="3817852" y="5624518"/>
                  <a:ext cx="757504" cy="757504"/>
                </a:xfrm>
                <a:prstGeom prst="blockArc">
                  <a:avLst>
                    <a:gd name="adj1" fmla="val 18257164"/>
                    <a:gd name="adj2" fmla="val 3319074"/>
                    <a:gd name="adj3" fmla="val 5612"/>
                  </a:avLst>
                </a:prstGeom>
                <a:gradFill flip="none" rotWithShape="1">
                  <a:gsLst>
                    <a:gs pos="20000">
                      <a:schemeClr val="accent2">
                        <a:lumMod val="60000"/>
                        <a:lumOff val="40000"/>
                      </a:schemeClr>
                    </a:gs>
                    <a:gs pos="85000">
                      <a:schemeClr val="accent1">
                        <a:lumMod val="60000"/>
                        <a:lumOff val="40000"/>
                      </a:schemeClr>
                    </a:gs>
                  </a:gsLst>
                  <a:lin ang="16200000" scaled="1"/>
                  <a:tileRect/>
                </a:gra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 anchorCtr="0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/>
                </a:p>
              </p:txBody>
            </p:sp>
            <p:sp>
              <p:nvSpPr>
                <p:cNvPr id="398" name="islide-4-7" descr="e555ce41-2e19-4b26-a45b-ad0ff6077875">
                  <a:extLst>
                    <a:ext uri="{FF2B5EF4-FFF2-40B4-BE49-F238E27FC236}">
                      <a16:creationId xmlns:a16="http://schemas.microsoft.com/office/drawing/2014/main" id="{9E9F1F7A-4596-B815-4A64-31FF91764984}"/>
                    </a:ext>
                  </a:extLst>
                </p:cNvPr>
                <p:cNvSpPr/>
                <p:nvPr/>
              </p:nvSpPr>
              <p:spPr>
                <a:xfrm flipH="1">
                  <a:off x="3817852" y="5624518"/>
                  <a:ext cx="757504" cy="757504"/>
                </a:xfrm>
                <a:prstGeom prst="blockArc">
                  <a:avLst>
                    <a:gd name="adj1" fmla="val 18257164"/>
                    <a:gd name="adj2" fmla="val 3319074"/>
                    <a:gd name="adj3" fmla="val 5612"/>
                  </a:avLst>
                </a:prstGeom>
                <a:gradFill>
                  <a:gsLst>
                    <a:gs pos="20000">
                      <a:schemeClr val="accent2">
                        <a:lumMod val="60000"/>
                        <a:lumOff val="40000"/>
                      </a:schemeClr>
                    </a:gs>
                    <a:gs pos="85000">
                      <a:schemeClr val="accent1">
                        <a:lumMod val="60000"/>
                        <a:lumOff val="40000"/>
                      </a:schemeClr>
                    </a:gs>
                  </a:gsLst>
                  <a:lin ang="5400000" scaled="0"/>
                </a:gra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 anchorCtr="0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/>
                </a:p>
              </p:txBody>
            </p:sp>
            <p:sp>
              <p:nvSpPr>
                <p:cNvPr id="399" name="islide-4-8" descr="8ee48b07-79d7-4bec-bfae-edc85e4db05c">
                  <a:extLst>
                    <a:ext uri="{FF2B5EF4-FFF2-40B4-BE49-F238E27FC236}">
                      <a16:creationId xmlns:a16="http://schemas.microsoft.com/office/drawing/2014/main" id="{F79F9A6E-C729-BEB8-1777-89B551B1D417}"/>
                    </a:ext>
                  </a:extLst>
                </p:cNvPr>
                <p:cNvSpPr/>
                <p:nvPr/>
              </p:nvSpPr>
              <p:spPr>
                <a:xfrm>
                  <a:off x="3839074" y="5645740"/>
                  <a:ext cx="715059" cy="715059"/>
                </a:xfrm>
                <a:prstGeom prst="arc">
                  <a:avLst>
                    <a:gd name="adj1" fmla="val 14255596"/>
                    <a:gd name="adj2" fmla="val 18088074"/>
                  </a:avLst>
                </a:prstGeom>
                <a:noFill/>
                <a:ln w="19050">
                  <a:gradFill flip="none" rotWithShape="1">
                    <a:gsLst>
                      <a:gs pos="20000">
                        <a:schemeClr val="accent1"/>
                      </a:gs>
                      <a:gs pos="100000">
                        <a:schemeClr val="accent2"/>
                      </a:gs>
                    </a:gsLst>
                    <a:lin ang="0" scaled="1"/>
                    <a:tileRect/>
                  </a:gra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 anchorCtr="0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/>
                </a:p>
              </p:txBody>
            </p:sp>
            <p:sp>
              <p:nvSpPr>
                <p:cNvPr id="400" name="islide-4-9" descr="ff8f0a43-50ba-4fe3-bfe1-2485c3f5ed5a">
                  <a:extLst>
                    <a:ext uri="{FF2B5EF4-FFF2-40B4-BE49-F238E27FC236}">
                      <a16:creationId xmlns:a16="http://schemas.microsoft.com/office/drawing/2014/main" id="{80D4F913-59E1-3A12-EB73-4F8AACC0E034}"/>
                    </a:ext>
                  </a:extLst>
                </p:cNvPr>
                <p:cNvSpPr/>
                <p:nvPr/>
              </p:nvSpPr>
              <p:spPr>
                <a:xfrm flipV="1">
                  <a:off x="3839074" y="5645740"/>
                  <a:ext cx="715059" cy="715059"/>
                </a:xfrm>
                <a:prstGeom prst="arc">
                  <a:avLst>
                    <a:gd name="adj1" fmla="val 14255596"/>
                    <a:gd name="adj2" fmla="val 18088074"/>
                  </a:avLst>
                </a:prstGeom>
                <a:noFill/>
                <a:ln w="19050">
                  <a:gradFill flip="none" rotWithShape="1">
                    <a:gsLst>
                      <a:gs pos="20000">
                        <a:schemeClr val="accent1"/>
                      </a:gs>
                      <a:gs pos="100000">
                        <a:schemeClr val="accent2"/>
                      </a:gs>
                    </a:gsLst>
                    <a:lin ang="10800000" scaled="1"/>
                    <a:tileRect/>
                  </a:gra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 anchorCtr="0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/>
                </a:p>
              </p:txBody>
            </p:sp>
          </p:grpSp>
          <p:grpSp>
            <p:nvGrpSpPr>
              <p:cNvPr id="20" name="组合 19" descr="942cee97-31c8-4d9b-bff6-e04747c86b72">
                <a:extLst>
                  <a:ext uri="{FF2B5EF4-FFF2-40B4-BE49-F238E27FC236}">
                    <a16:creationId xmlns:a16="http://schemas.microsoft.com/office/drawing/2014/main" id="{06A3DE98-7F0D-6A86-0462-4382BAE9E4A0}"/>
                  </a:ext>
                </a:extLst>
              </p:cNvPr>
              <p:cNvGrpSpPr/>
              <p:nvPr/>
            </p:nvGrpSpPr>
            <p:grpSpPr>
              <a:xfrm>
                <a:off x="3904526" y="5236384"/>
                <a:ext cx="3615833" cy="1459946"/>
                <a:chOff x="3904526" y="5236384"/>
                <a:chExt cx="3615833" cy="1459946"/>
              </a:xfrm>
            </p:grpSpPr>
            <p:sp>
              <p:nvSpPr>
                <p:cNvPr id="393" name="Number3" descr="d9f71fe7-7c13-48a7-8b78-c12a2b6f4836">
                  <a:extLst>
                    <a:ext uri="{FF2B5EF4-FFF2-40B4-BE49-F238E27FC236}">
                      <a16:creationId xmlns:a16="http://schemas.microsoft.com/office/drawing/2014/main" id="{D7CFF4D6-8FA4-EDFD-CB22-E2A76AB1CFBF}"/>
                    </a:ext>
                  </a:extLst>
                </p:cNvPr>
                <p:cNvSpPr/>
                <p:nvPr/>
              </p:nvSpPr>
              <p:spPr>
                <a:xfrm>
                  <a:off x="3904526" y="5711192"/>
                  <a:ext cx="584157" cy="584157"/>
                </a:xfrm>
                <a:prstGeom prst="ellipse">
                  <a:avLst/>
                </a:prstGeom>
                <a:gradFill flip="none" rotWithShape="1">
                  <a:gsLst>
                    <a:gs pos="80000">
                      <a:schemeClr val="accent1"/>
                    </a:gs>
                    <a:gs pos="0">
                      <a:schemeClr val="accent2">
                        <a:alpha val="90000"/>
                      </a:schemeClr>
                    </a:gs>
                  </a:gsLst>
                  <a:lin ang="2700000" scaled="1"/>
                  <a:tileRect/>
                </a:gradFill>
                <a:ln w="12700">
                  <a:gradFill flip="none" rotWithShape="1">
                    <a:gsLst>
                      <a:gs pos="0">
                        <a:schemeClr val="accent2">
                          <a:lumMod val="40000"/>
                          <a:lumOff val="60000"/>
                        </a:schemeClr>
                      </a:gs>
                      <a:gs pos="50500">
                        <a:schemeClr val="accent1">
                          <a:alpha val="0"/>
                        </a:schemeClr>
                      </a:gs>
                      <a:gs pos="100000">
                        <a:schemeClr val="accent2">
                          <a:lumMod val="40000"/>
                          <a:lumOff val="60000"/>
                        </a:schemeClr>
                      </a:gs>
                    </a:gsLst>
                    <a:lin ang="2700000" scaled="1"/>
                    <a:tileRect/>
                  </a:gra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0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sz="2400" b="1" i="0" u="none">
                      <a:solidFill>
                        <a:srgbClr val="FFFFFF"/>
                      </a:solidFill>
                      <a:latin typeface="Arial"/>
                    </a:rPr>
                    <a:t>3</a:t>
                  </a:r>
                </a:p>
              </p:txBody>
            </p:sp>
            <p:sp>
              <p:nvSpPr>
                <p:cNvPr id="390" name="Bullet3" descr="20c275bd-cfc5-46fe-ad68-c99f2077bcf7">
                  <a:extLst>
                    <a:ext uri="{FF2B5EF4-FFF2-40B4-BE49-F238E27FC236}">
                      <a16:creationId xmlns:a16="http://schemas.microsoft.com/office/drawing/2014/main" id="{0BE0DD31-5CAA-0465-AE22-1AE977139ABF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4601412" y="5236384"/>
                  <a:ext cx="2918947" cy="69377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b" anchorCtr="0">
                  <a:normAutofit/>
                </a:bodyPr>
                <a:lstStyle/>
                <a:p>
                  <a:pPr algn="l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1800" b="1" i="0" u="none" strike="noStrike">
                      <a:solidFill>
                        <a:srgbClr val="000000"/>
                      </a:solidFill>
                      <a:ea typeface="微软雅黑"/>
                    </a:rPr>
                    <a:t>状态管理</a:t>
                  </a:r>
                </a:p>
              </p:txBody>
            </p:sp>
            <p:sp>
              <p:nvSpPr>
                <p:cNvPr id="391" name="Text3" descr="845e9b36-ab65-4c45-ba9c-c3377d2aaed7">
                  <a:extLst>
                    <a:ext uri="{FF2B5EF4-FFF2-40B4-BE49-F238E27FC236}">
                      <a16:creationId xmlns:a16="http://schemas.microsoft.com/office/drawing/2014/main" id="{9C549F68-C475-BB27-E0D5-E80357C0E3A2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4601412" y="5930159"/>
                  <a:ext cx="2918947" cy="76617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t" anchorCtr="0">
                  <a:normAutofit/>
                </a:bodyPr>
                <a:lstStyle/>
                <a:p>
                  <a:pPr algn="l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1200" b="0" i="0" u="none" strike="noStrike">
                      <a:solidFill>
                        <a:srgbClr val="000000"/>
                      </a:solidFill>
                      <a:ea typeface="微软雅黑"/>
                    </a:rPr>
                    <a:t>管理任务完成、道具兑换等状态，较为复杂。</a:t>
                  </a:r>
                </a:p>
              </p:txBody>
            </p:sp>
          </p:grpSp>
        </p:grpSp>
        <p:grpSp>
          <p:nvGrpSpPr>
            <p:cNvPr id="39" name="组合 38" descr="065f5f6e-9afa-451a-b4dd-c9ceba836270">
              <a:extLst>
                <a:ext uri="{FF2B5EF4-FFF2-40B4-BE49-F238E27FC236}">
                  <a16:creationId xmlns:a16="http://schemas.microsoft.com/office/drawing/2014/main" id="{49EDAAE8-A41E-6680-ED4F-FACD534ADF2D}"/>
                </a:ext>
              </a:extLst>
            </p:cNvPr>
            <p:cNvGrpSpPr/>
            <p:nvPr/>
          </p:nvGrpSpPr>
          <p:grpSpPr>
            <a:xfrm>
              <a:off x="7648047" y="1028700"/>
              <a:ext cx="3702507" cy="1487144"/>
              <a:chOff x="7456485" y="630301"/>
              <a:chExt cx="3702507" cy="1487144"/>
            </a:xfrm>
          </p:grpSpPr>
          <p:sp>
            <p:nvSpPr>
              <p:cNvPr id="495" name="islide-4-1" descr="7bc2aaaf-434b-4a2a-a0b0-f706d60f54b5">
                <a:extLst>
                  <a:ext uri="{FF2B5EF4-FFF2-40B4-BE49-F238E27FC236}">
                    <a16:creationId xmlns:a16="http://schemas.microsoft.com/office/drawing/2014/main" id="{A7F75B6B-0EE2-DBBE-7378-06CFB13607D9}"/>
                  </a:ext>
                </a:extLst>
              </p:cNvPr>
              <p:cNvSpPr/>
              <p:nvPr/>
            </p:nvSpPr>
            <p:spPr>
              <a:xfrm>
                <a:off x="7456485" y="997874"/>
                <a:ext cx="757504" cy="757504"/>
              </a:xfrm>
              <a:prstGeom prst="blockArc">
                <a:avLst>
                  <a:gd name="adj1" fmla="val 18257164"/>
                  <a:gd name="adj2" fmla="val 3319074"/>
                  <a:gd name="adj3" fmla="val 5612"/>
                </a:avLst>
              </a:prstGeom>
              <a:gradFill flip="none" rotWithShape="1">
                <a:gsLst>
                  <a:gs pos="20000">
                    <a:schemeClr val="accent2">
                      <a:lumMod val="60000"/>
                      <a:lumOff val="40000"/>
                    </a:schemeClr>
                  </a:gs>
                  <a:gs pos="85000">
                    <a:schemeClr val="accent1">
                      <a:lumMod val="60000"/>
                      <a:lumOff val="40000"/>
                    </a:schemeClr>
                  </a:gs>
                </a:gsLst>
                <a:lin ang="16200000" scaled="1"/>
                <a:tileRect/>
              </a:gra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/>
              </a:p>
            </p:txBody>
          </p:sp>
          <p:sp>
            <p:nvSpPr>
              <p:cNvPr id="501" name="islide-4-7" descr="b195fa9a-b249-434d-9f7a-682213f353f7">
                <a:extLst>
                  <a:ext uri="{FF2B5EF4-FFF2-40B4-BE49-F238E27FC236}">
                    <a16:creationId xmlns:a16="http://schemas.microsoft.com/office/drawing/2014/main" id="{1736146C-5A98-A3DA-88A0-654FD76B657B}"/>
                  </a:ext>
                </a:extLst>
              </p:cNvPr>
              <p:cNvSpPr/>
              <p:nvPr/>
            </p:nvSpPr>
            <p:spPr>
              <a:xfrm flipH="1">
                <a:off x="7456485" y="997874"/>
                <a:ext cx="757504" cy="757504"/>
              </a:xfrm>
              <a:prstGeom prst="blockArc">
                <a:avLst>
                  <a:gd name="adj1" fmla="val 18257164"/>
                  <a:gd name="adj2" fmla="val 3319074"/>
                  <a:gd name="adj3" fmla="val 5612"/>
                </a:avLst>
              </a:prstGeom>
              <a:gradFill>
                <a:gsLst>
                  <a:gs pos="20000">
                    <a:schemeClr val="accent2">
                      <a:lumMod val="60000"/>
                      <a:lumOff val="40000"/>
                    </a:schemeClr>
                  </a:gs>
                  <a:gs pos="85000">
                    <a:schemeClr val="accent1">
                      <a:lumMod val="60000"/>
                      <a:lumOff val="40000"/>
                    </a:schemeClr>
                  </a:gs>
                </a:gsLst>
                <a:lin ang="5400000" scaled="0"/>
              </a:gra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/>
              </a:p>
            </p:txBody>
          </p:sp>
          <p:sp>
            <p:nvSpPr>
              <p:cNvPr id="502" name="islide-4-8" descr="90443c4c-1651-4b5f-bffd-5777feb437d4">
                <a:extLst>
                  <a:ext uri="{FF2B5EF4-FFF2-40B4-BE49-F238E27FC236}">
                    <a16:creationId xmlns:a16="http://schemas.microsoft.com/office/drawing/2014/main" id="{C61DCC1B-33F2-14A3-59C0-66E4A275427F}"/>
                  </a:ext>
                </a:extLst>
              </p:cNvPr>
              <p:cNvSpPr/>
              <p:nvPr/>
            </p:nvSpPr>
            <p:spPr>
              <a:xfrm>
                <a:off x="7477707" y="1019096"/>
                <a:ext cx="715059" cy="715059"/>
              </a:xfrm>
              <a:prstGeom prst="arc">
                <a:avLst>
                  <a:gd name="adj1" fmla="val 14255596"/>
                  <a:gd name="adj2" fmla="val 18088074"/>
                </a:avLst>
              </a:prstGeom>
              <a:noFill/>
              <a:ln w="19050">
                <a:gradFill flip="none" rotWithShape="1">
                  <a:gsLst>
                    <a:gs pos="2000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/>
              </a:p>
            </p:txBody>
          </p:sp>
          <p:sp>
            <p:nvSpPr>
              <p:cNvPr id="503" name="islide-4-9" descr="21df04b4-20b0-4495-ac2a-f6934e423b61">
                <a:extLst>
                  <a:ext uri="{FF2B5EF4-FFF2-40B4-BE49-F238E27FC236}">
                    <a16:creationId xmlns:a16="http://schemas.microsoft.com/office/drawing/2014/main" id="{F34BC552-AD81-29FC-424B-906DC4283DBC}"/>
                  </a:ext>
                </a:extLst>
              </p:cNvPr>
              <p:cNvSpPr/>
              <p:nvPr/>
            </p:nvSpPr>
            <p:spPr>
              <a:xfrm flipV="1">
                <a:off x="7477707" y="1019096"/>
                <a:ext cx="715059" cy="715059"/>
              </a:xfrm>
              <a:prstGeom prst="arc">
                <a:avLst>
                  <a:gd name="adj1" fmla="val 14255596"/>
                  <a:gd name="adj2" fmla="val 18088074"/>
                </a:avLst>
              </a:prstGeom>
              <a:noFill/>
              <a:ln w="19050">
                <a:gradFill flip="none" rotWithShape="1">
                  <a:gsLst>
                    <a:gs pos="20000">
                      <a:schemeClr val="accent1"/>
                    </a:gs>
                    <a:gs pos="100000">
                      <a:schemeClr val="accent2"/>
                    </a:gs>
                  </a:gsLst>
                  <a:lin ang="10800000" scaled="1"/>
                  <a:tileRect/>
                </a:gra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grpSp>
            <p:nvGrpSpPr>
              <p:cNvPr id="21" name="组合 20" descr="287985a7-eee0-4250-9ea3-25ff73938f15">
                <a:extLst>
                  <a:ext uri="{FF2B5EF4-FFF2-40B4-BE49-F238E27FC236}">
                    <a16:creationId xmlns:a16="http://schemas.microsoft.com/office/drawing/2014/main" id="{BB39C1F8-28AF-781E-B0D8-73EFB30EA314}"/>
                  </a:ext>
                </a:extLst>
              </p:cNvPr>
              <p:cNvGrpSpPr/>
              <p:nvPr/>
            </p:nvGrpSpPr>
            <p:grpSpPr>
              <a:xfrm>
                <a:off x="7543159" y="630301"/>
                <a:ext cx="3615833" cy="1487144"/>
                <a:chOff x="7543159" y="630301"/>
                <a:chExt cx="3615833" cy="1487144"/>
              </a:xfrm>
            </p:grpSpPr>
            <p:sp>
              <p:nvSpPr>
                <p:cNvPr id="496" name="Number4" descr="d867a597-7334-4810-889a-63ae17f071eb">
                  <a:extLst>
                    <a:ext uri="{FF2B5EF4-FFF2-40B4-BE49-F238E27FC236}">
                      <a16:creationId xmlns:a16="http://schemas.microsoft.com/office/drawing/2014/main" id="{8E4FAD38-BC5B-93A3-8859-90B3128F2545}"/>
                    </a:ext>
                  </a:extLst>
                </p:cNvPr>
                <p:cNvSpPr/>
                <p:nvPr/>
              </p:nvSpPr>
              <p:spPr>
                <a:xfrm>
                  <a:off x="7543159" y="1084548"/>
                  <a:ext cx="584157" cy="584157"/>
                </a:xfrm>
                <a:prstGeom prst="ellipse">
                  <a:avLst/>
                </a:prstGeom>
                <a:gradFill flip="none" rotWithShape="1">
                  <a:gsLst>
                    <a:gs pos="80000">
                      <a:schemeClr val="accent1"/>
                    </a:gs>
                    <a:gs pos="0">
                      <a:schemeClr val="accent2">
                        <a:alpha val="90000"/>
                      </a:schemeClr>
                    </a:gs>
                  </a:gsLst>
                  <a:lin ang="2700000" scaled="1"/>
                  <a:tileRect/>
                </a:gradFill>
                <a:ln w="12700">
                  <a:gradFill flip="none" rotWithShape="1">
                    <a:gsLst>
                      <a:gs pos="0">
                        <a:schemeClr val="accent2">
                          <a:lumMod val="40000"/>
                          <a:lumOff val="60000"/>
                        </a:schemeClr>
                      </a:gs>
                      <a:gs pos="50500">
                        <a:schemeClr val="accent1">
                          <a:alpha val="0"/>
                        </a:schemeClr>
                      </a:gs>
                      <a:gs pos="100000">
                        <a:schemeClr val="accent2">
                          <a:lumMod val="40000"/>
                          <a:lumOff val="60000"/>
                        </a:schemeClr>
                      </a:gs>
                    </a:gsLst>
                    <a:lin ang="2700000" scaled="1"/>
                    <a:tileRect/>
                  </a:gra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0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sz="2400" b="1" i="0" u="none">
                      <a:solidFill>
                        <a:srgbClr val="FFFFFF"/>
                      </a:solidFill>
                      <a:latin typeface="Arial"/>
                    </a:rPr>
                    <a:t>4</a:t>
                  </a:r>
                </a:p>
              </p:txBody>
            </p:sp>
            <p:sp>
              <p:nvSpPr>
                <p:cNvPr id="493" name="Bullet4" descr="ab1c456b-be75-4e12-b55c-468dcb3027d8">
                  <a:extLst>
                    <a:ext uri="{FF2B5EF4-FFF2-40B4-BE49-F238E27FC236}">
                      <a16:creationId xmlns:a16="http://schemas.microsoft.com/office/drawing/2014/main" id="{5C695C79-CEF3-05A6-15ED-364F94B3F145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8240045" y="630301"/>
                  <a:ext cx="2918947" cy="67321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b" anchorCtr="0">
                  <a:normAutofit/>
                </a:bodyPr>
                <a:lstStyle/>
                <a:p>
                  <a:pPr algn="l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1800" b="1" i="0" u="none" strike="noStrike">
                      <a:solidFill>
                        <a:srgbClr val="000000"/>
                      </a:solidFill>
                      <a:ea typeface="微软雅黑"/>
                    </a:rPr>
                    <a:t>数据管理</a:t>
                  </a:r>
                </a:p>
              </p:txBody>
            </p:sp>
            <p:sp>
              <p:nvSpPr>
                <p:cNvPr id="494" name="Text4" descr="a225d2b8-2e78-45f6-b03f-4cb2305aadd5">
                  <a:extLst>
                    <a:ext uri="{FF2B5EF4-FFF2-40B4-BE49-F238E27FC236}">
                      <a16:creationId xmlns:a16="http://schemas.microsoft.com/office/drawing/2014/main" id="{6435D27F-43B1-B9B1-F732-9B093271A45A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8240045" y="1303515"/>
                  <a:ext cx="2918947" cy="81393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t" anchorCtr="0">
                  <a:normAutofit/>
                </a:bodyPr>
                <a:lstStyle/>
                <a:p>
                  <a:pPr algn="l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1200" b="0" i="0" u="none" strike="noStrike">
                      <a:solidFill>
                        <a:srgbClr val="000000"/>
                      </a:solidFill>
                      <a:ea typeface="微软雅黑"/>
                    </a:rPr>
                    <a:t>有效管理用户数据，保障数据准确与安全。</a:t>
                  </a:r>
                </a:p>
              </p:txBody>
            </p:sp>
          </p:grpSp>
        </p:grpSp>
        <p:grpSp>
          <p:nvGrpSpPr>
            <p:cNvPr id="41" name="组合 40" descr="8bf9521c-466c-46d2-800e-4e910c09e8a0">
              <a:extLst>
                <a:ext uri="{FF2B5EF4-FFF2-40B4-BE49-F238E27FC236}">
                  <a16:creationId xmlns:a16="http://schemas.microsoft.com/office/drawing/2014/main" id="{89D7B3D1-9858-6C44-12E2-30A09B18E376}"/>
                </a:ext>
              </a:extLst>
            </p:cNvPr>
            <p:cNvGrpSpPr/>
            <p:nvPr/>
          </p:nvGrpSpPr>
          <p:grpSpPr>
            <a:xfrm>
              <a:off x="8247698" y="2907108"/>
              <a:ext cx="3271202" cy="1487144"/>
              <a:chOff x="8127316" y="1555630"/>
              <a:chExt cx="3271202" cy="1487144"/>
            </a:xfrm>
          </p:grpSpPr>
          <p:grpSp>
            <p:nvGrpSpPr>
              <p:cNvPr id="40" name="组合 39" descr="d2609bc2-2975-4043-9b9a-ec8ddad67bd0">
                <a:extLst>
                  <a:ext uri="{FF2B5EF4-FFF2-40B4-BE49-F238E27FC236}">
                    <a16:creationId xmlns:a16="http://schemas.microsoft.com/office/drawing/2014/main" id="{A4068394-2CBF-66DC-E8DB-30FFB3CD8DD4}"/>
                  </a:ext>
                </a:extLst>
              </p:cNvPr>
              <p:cNvGrpSpPr/>
              <p:nvPr/>
            </p:nvGrpSpPr>
            <p:grpSpPr>
              <a:xfrm>
                <a:off x="8127316" y="1923203"/>
                <a:ext cx="757504" cy="757504"/>
                <a:chOff x="8127316" y="1923203"/>
                <a:chExt cx="757504" cy="757504"/>
              </a:xfrm>
            </p:grpSpPr>
            <p:sp>
              <p:nvSpPr>
                <p:cNvPr id="509" name="islide-4-1" descr="e2b0e4b1-4ede-4f4e-8a66-a345b2af4d29">
                  <a:extLst>
                    <a:ext uri="{FF2B5EF4-FFF2-40B4-BE49-F238E27FC236}">
                      <a16:creationId xmlns:a16="http://schemas.microsoft.com/office/drawing/2014/main" id="{63801F5E-9D8B-1402-DE50-D397D5833A36}"/>
                    </a:ext>
                  </a:extLst>
                </p:cNvPr>
                <p:cNvSpPr/>
                <p:nvPr/>
              </p:nvSpPr>
              <p:spPr>
                <a:xfrm>
                  <a:off x="8127316" y="1923203"/>
                  <a:ext cx="757504" cy="757504"/>
                </a:xfrm>
                <a:prstGeom prst="blockArc">
                  <a:avLst>
                    <a:gd name="adj1" fmla="val 18257164"/>
                    <a:gd name="adj2" fmla="val 3319074"/>
                    <a:gd name="adj3" fmla="val 5612"/>
                  </a:avLst>
                </a:prstGeom>
                <a:gradFill flip="none" rotWithShape="1">
                  <a:gsLst>
                    <a:gs pos="20000">
                      <a:schemeClr val="accent2">
                        <a:lumMod val="60000"/>
                        <a:lumOff val="40000"/>
                      </a:schemeClr>
                    </a:gs>
                    <a:gs pos="85000">
                      <a:schemeClr val="accent1">
                        <a:lumMod val="60000"/>
                        <a:lumOff val="40000"/>
                      </a:schemeClr>
                    </a:gs>
                  </a:gsLst>
                  <a:lin ang="16200000" scaled="1"/>
                  <a:tileRect/>
                </a:gra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 anchorCtr="0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/>
                </a:p>
              </p:txBody>
            </p:sp>
            <p:sp>
              <p:nvSpPr>
                <p:cNvPr id="515" name="islide-4-7" descr="e5af6685-1f2a-4221-aaf0-a35ade8a9484">
                  <a:extLst>
                    <a:ext uri="{FF2B5EF4-FFF2-40B4-BE49-F238E27FC236}">
                      <a16:creationId xmlns:a16="http://schemas.microsoft.com/office/drawing/2014/main" id="{F3A56FA7-9FB1-FFA5-3F09-B78BE1C38CD9}"/>
                    </a:ext>
                  </a:extLst>
                </p:cNvPr>
                <p:cNvSpPr/>
                <p:nvPr/>
              </p:nvSpPr>
              <p:spPr>
                <a:xfrm flipH="1">
                  <a:off x="8127316" y="1923203"/>
                  <a:ext cx="757504" cy="757504"/>
                </a:xfrm>
                <a:prstGeom prst="blockArc">
                  <a:avLst>
                    <a:gd name="adj1" fmla="val 18257164"/>
                    <a:gd name="adj2" fmla="val 3319074"/>
                    <a:gd name="adj3" fmla="val 5612"/>
                  </a:avLst>
                </a:prstGeom>
                <a:gradFill>
                  <a:gsLst>
                    <a:gs pos="20000">
                      <a:schemeClr val="accent2">
                        <a:lumMod val="60000"/>
                        <a:lumOff val="40000"/>
                      </a:schemeClr>
                    </a:gs>
                    <a:gs pos="85000">
                      <a:schemeClr val="accent1">
                        <a:lumMod val="60000"/>
                        <a:lumOff val="40000"/>
                      </a:schemeClr>
                    </a:gs>
                  </a:gsLst>
                  <a:lin ang="5400000" scaled="0"/>
                </a:gra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 anchorCtr="0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/>
                </a:p>
              </p:txBody>
            </p:sp>
            <p:sp>
              <p:nvSpPr>
                <p:cNvPr id="516" name="islide-4-8" descr="0303ef14-0d49-474f-a6e5-1fdabbb229a7">
                  <a:extLst>
                    <a:ext uri="{FF2B5EF4-FFF2-40B4-BE49-F238E27FC236}">
                      <a16:creationId xmlns:a16="http://schemas.microsoft.com/office/drawing/2014/main" id="{F70DAE5C-8C48-183A-6772-8808E1A9C844}"/>
                    </a:ext>
                  </a:extLst>
                </p:cNvPr>
                <p:cNvSpPr/>
                <p:nvPr/>
              </p:nvSpPr>
              <p:spPr>
                <a:xfrm>
                  <a:off x="8148538" y="1944425"/>
                  <a:ext cx="715059" cy="715059"/>
                </a:xfrm>
                <a:prstGeom prst="arc">
                  <a:avLst>
                    <a:gd name="adj1" fmla="val 14255596"/>
                    <a:gd name="adj2" fmla="val 18088074"/>
                  </a:avLst>
                </a:prstGeom>
                <a:noFill/>
                <a:ln w="19050">
                  <a:gradFill flip="none" rotWithShape="1">
                    <a:gsLst>
                      <a:gs pos="20000">
                        <a:schemeClr val="accent1"/>
                      </a:gs>
                      <a:gs pos="100000">
                        <a:schemeClr val="accent2"/>
                      </a:gs>
                    </a:gsLst>
                    <a:lin ang="0" scaled="1"/>
                    <a:tileRect/>
                  </a:gra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 anchorCtr="0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/>
                </a:p>
              </p:txBody>
            </p:sp>
            <p:sp>
              <p:nvSpPr>
                <p:cNvPr id="517" name="islide-4-9" descr="d0970e2c-c126-4b3b-ae73-07a042445981">
                  <a:extLst>
                    <a:ext uri="{FF2B5EF4-FFF2-40B4-BE49-F238E27FC236}">
                      <a16:creationId xmlns:a16="http://schemas.microsoft.com/office/drawing/2014/main" id="{9C22E1AB-4237-81FA-0728-964F4B2A5650}"/>
                    </a:ext>
                  </a:extLst>
                </p:cNvPr>
                <p:cNvSpPr/>
                <p:nvPr/>
              </p:nvSpPr>
              <p:spPr>
                <a:xfrm flipV="1">
                  <a:off x="8148538" y="1944425"/>
                  <a:ext cx="715059" cy="715059"/>
                </a:xfrm>
                <a:prstGeom prst="arc">
                  <a:avLst>
                    <a:gd name="adj1" fmla="val 14255596"/>
                    <a:gd name="adj2" fmla="val 18088074"/>
                  </a:avLst>
                </a:prstGeom>
                <a:noFill/>
                <a:ln w="19050">
                  <a:gradFill flip="none" rotWithShape="1">
                    <a:gsLst>
                      <a:gs pos="20000">
                        <a:schemeClr val="accent1"/>
                      </a:gs>
                      <a:gs pos="100000">
                        <a:schemeClr val="accent2"/>
                      </a:gs>
                    </a:gsLst>
                    <a:lin ang="10800000" scaled="1"/>
                    <a:tileRect/>
                  </a:gra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 anchorCtr="0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/>
                </a:p>
              </p:txBody>
            </p:sp>
          </p:grpSp>
          <p:grpSp>
            <p:nvGrpSpPr>
              <p:cNvPr id="22" name="组合 21" descr="c049a207-cc8d-4e3a-a8b7-1ed25db8ec69">
                <a:extLst>
                  <a:ext uri="{FF2B5EF4-FFF2-40B4-BE49-F238E27FC236}">
                    <a16:creationId xmlns:a16="http://schemas.microsoft.com/office/drawing/2014/main" id="{32D0E17E-0F9C-28EA-1A24-CDA24F108380}"/>
                  </a:ext>
                </a:extLst>
              </p:cNvPr>
              <p:cNvGrpSpPr/>
              <p:nvPr/>
            </p:nvGrpSpPr>
            <p:grpSpPr>
              <a:xfrm>
                <a:off x="8213990" y="1555630"/>
                <a:ext cx="3184528" cy="1487144"/>
                <a:chOff x="8213990" y="1555630"/>
                <a:chExt cx="3184528" cy="1487144"/>
              </a:xfrm>
            </p:grpSpPr>
            <p:sp>
              <p:nvSpPr>
                <p:cNvPr id="510" name="Number5" descr="0e80a3e1-d62d-47a3-8258-6fc445048cb0">
                  <a:extLst>
                    <a:ext uri="{FF2B5EF4-FFF2-40B4-BE49-F238E27FC236}">
                      <a16:creationId xmlns:a16="http://schemas.microsoft.com/office/drawing/2014/main" id="{AD4DD87B-ED81-E047-A44D-E8E81B0EBD75}"/>
                    </a:ext>
                  </a:extLst>
                </p:cNvPr>
                <p:cNvSpPr/>
                <p:nvPr/>
              </p:nvSpPr>
              <p:spPr>
                <a:xfrm>
                  <a:off x="8213990" y="2009877"/>
                  <a:ext cx="584157" cy="584157"/>
                </a:xfrm>
                <a:prstGeom prst="ellipse">
                  <a:avLst/>
                </a:prstGeom>
                <a:gradFill flip="none" rotWithShape="1">
                  <a:gsLst>
                    <a:gs pos="80000">
                      <a:schemeClr val="accent1"/>
                    </a:gs>
                    <a:gs pos="0">
                      <a:schemeClr val="accent2">
                        <a:alpha val="90000"/>
                      </a:schemeClr>
                    </a:gs>
                  </a:gsLst>
                  <a:lin ang="2700000" scaled="1"/>
                  <a:tileRect/>
                </a:gradFill>
                <a:ln w="12700">
                  <a:gradFill flip="none" rotWithShape="1">
                    <a:gsLst>
                      <a:gs pos="0">
                        <a:schemeClr val="accent2">
                          <a:lumMod val="40000"/>
                          <a:lumOff val="60000"/>
                        </a:schemeClr>
                      </a:gs>
                      <a:gs pos="50500">
                        <a:schemeClr val="accent1">
                          <a:alpha val="0"/>
                        </a:schemeClr>
                      </a:gs>
                      <a:gs pos="100000">
                        <a:schemeClr val="accent2">
                          <a:lumMod val="40000"/>
                          <a:lumOff val="60000"/>
                        </a:schemeClr>
                      </a:gs>
                    </a:gsLst>
                    <a:lin ang="2700000" scaled="1"/>
                    <a:tileRect/>
                  </a:gra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0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sz="2400" b="1" i="0" u="none">
                      <a:solidFill>
                        <a:srgbClr val="FFFFFF"/>
                      </a:solidFill>
                      <a:latin typeface="Arial"/>
                    </a:rPr>
                    <a:t>5</a:t>
                  </a:r>
                </a:p>
              </p:txBody>
            </p:sp>
            <p:sp>
              <p:nvSpPr>
                <p:cNvPr id="507" name="Bullet5" descr="003d488b-d00f-4c47-8400-e5a72c1cc9b9">
                  <a:extLst>
                    <a:ext uri="{FF2B5EF4-FFF2-40B4-BE49-F238E27FC236}">
                      <a16:creationId xmlns:a16="http://schemas.microsoft.com/office/drawing/2014/main" id="{28FD6E1C-EBA4-6710-82D0-739B272503DD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8910877" y="1555630"/>
                  <a:ext cx="2487641" cy="67321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b" anchorCtr="0">
                  <a:normAutofit/>
                </a:bodyPr>
                <a:lstStyle/>
                <a:p>
                  <a:pPr algn="l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1800" b="1" i="0" u="none" strike="noStrike">
                      <a:solidFill>
                        <a:srgbClr val="000000"/>
                      </a:solidFill>
                      <a:latin typeface="Arial"/>
                    </a:rPr>
                    <a:t>UI与交互</a:t>
                  </a:r>
                </a:p>
              </p:txBody>
            </p:sp>
            <p:sp>
              <p:nvSpPr>
                <p:cNvPr id="508" name="Text5" descr="ba106376-f2db-4a8c-8753-78b9fa3fb70d">
                  <a:extLst>
                    <a:ext uri="{FF2B5EF4-FFF2-40B4-BE49-F238E27FC236}">
                      <a16:creationId xmlns:a16="http://schemas.microsoft.com/office/drawing/2014/main" id="{645127E2-C334-B769-BDD6-2084CB6EF775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8910877" y="2228844"/>
                  <a:ext cx="2487641" cy="81393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t" anchorCtr="0">
                  <a:normAutofit/>
                </a:bodyPr>
                <a:lstStyle/>
                <a:p>
                  <a:pPr algn="l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1200" b="0" i="0" u="none" strike="noStrike">
                      <a:solidFill>
                        <a:srgbClr val="000000"/>
                      </a:solidFill>
                      <a:ea typeface="微软雅黑"/>
                    </a:rPr>
                    <a:t>保持UI与交互一致性，提升用户体验。</a:t>
                  </a:r>
                </a:p>
              </p:txBody>
            </p:sp>
          </p:grpSp>
        </p:grpSp>
        <p:grpSp>
          <p:nvGrpSpPr>
            <p:cNvPr id="62" name="组合 61" descr="fcaac1c8-c920-4fda-be5b-11b3448d34e2">
              <a:extLst>
                <a:ext uri="{FF2B5EF4-FFF2-40B4-BE49-F238E27FC236}">
                  <a16:creationId xmlns:a16="http://schemas.microsoft.com/office/drawing/2014/main" id="{1B2A732F-A55F-6AF8-0D33-71693902C487}"/>
                </a:ext>
              </a:extLst>
            </p:cNvPr>
            <p:cNvGrpSpPr/>
            <p:nvPr/>
          </p:nvGrpSpPr>
          <p:grpSpPr>
            <a:xfrm>
              <a:off x="7594814" y="4785514"/>
              <a:ext cx="3702507" cy="1487144"/>
              <a:chOff x="7403252" y="5256945"/>
              <a:chExt cx="3702507" cy="1487144"/>
            </a:xfrm>
          </p:grpSpPr>
          <p:grpSp>
            <p:nvGrpSpPr>
              <p:cNvPr id="61" name="组合 60" descr="d6a6cb04-c738-43a2-87be-833e6f3819d1">
                <a:extLst>
                  <a:ext uri="{FF2B5EF4-FFF2-40B4-BE49-F238E27FC236}">
                    <a16:creationId xmlns:a16="http://schemas.microsoft.com/office/drawing/2014/main" id="{9B55AEA9-F35F-12E4-A98E-68AC59CF7558}"/>
                  </a:ext>
                </a:extLst>
              </p:cNvPr>
              <p:cNvGrpSpPr/>
              <p:nvPr/>
            </p:nvGrpSpPr>
            <p:grpSpPr>
              <a:xfrm>
                <a:off x="7403252" y="5624518"/>
                <a:ext cx="757504" cy="757504"/>
                <a:chOff x="7403252" y="5624518"/>
                <a:chExt cx="757504" cy="757504"/>
              </a:xfrm>
            </p:grpSpPr>
            <p:sp>
              <p:nvSpPr>
                <p:cNvPr id="565" name="islide-4-1" descr="9b3cf5f9-d48f-4623-a206-4e9e48adee84">
                  <a:extLst>
                    <a:ext uri="{FF2B5EF4-FFF2-40B4-BE49-F238E27FC236}">
                      <a16:creationId xmlns:a16="http://schemas.microsoft.com/office/drawing/2014/main" id="{A022312B-6F4D-A9F2-2F35-785AF51C36A8}"/>
                    </a:ext>
                  </a:extLst>
                </p:cNvPr>
                <p:cNvSpPr/>
                <p:nvPr/>
              </p:nvSpPr>
              <p:spPr>
                <a:xfrm>
                  <a:off x="7403252" y="5624518"/>
                  <a:ext cx="757504" cy="757504"/>
                </a:xfrm>
                <a:prstGeom prst="blockArc">
                  <a:avLst>
                    <a:gd name="adj1" fmla="val 18257164"/>
                    <a:gd name="adj2" fmla="val 3319074"/>
                    <a:gd name="adj3" fmla="val 5612"/>
                  </a:avLst>
                </a:prstGeom>
                <a:gradFill flip="none" rotWithShape="1">
                  <a:gsLst>
                    <a:gs pos="20000">
                      <a:schemeClr val="accent2">
                        <a:lumMod val="60000"/>
                        <a:lumOff val="40000"/>
                      </a:schemeClr>
                    </a:gs>
                    <a:gs pos="85000">
                      <a:schemeClr val="accent1">
                        <a:lumMod val="60000"/>
                        <a:lumOff val="40000"/>
                      </a:schemeClr>
                    </a:gs>
                  </a:gsLst>
                  <a:lin ang="16200000" scaled="1"/>
                  <a:tileRect/>
                </a:gra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 anchorCtr="0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/>
                </a:p>
              </p:txBody>
            </p:sp>
            <p:sp>
              <p:nvSpPr>
                <p:cNvPr id="571" name="islide-4-7" descr="a088ca44-fbf8-47aa-8a52-9cc01a52a9bd">
                  <a:extLst>
                    <a:ext uri="{FF2B5EF4-FFF2-40B4-BE49-F238E27FC236}">
                      <a16:creationId xmlns:a16="http://schemas.microsoft.com/office/drawing/2014/main" id="{D32118E2-5E38-FED0-3F8A-1FD747CC5CD2}"/>
                    </a:ext>
                  </a:extLst>
                </p:cNvPr>
                <p:cNvSpPr/>
                <p:nvPr/>
              </p:nvSpPr>
              <p:spPr>
                <a:xfrm flipH="1">
                  <a:off x="7403252" y="5624518"/>
                  <a:ext cx="757504" cy="757504"/>
                </a:xfrm>
                <a:prstGeom prst="blockArc">
                  <a:avLst>
                    <a:gd name="adj1" fmla="val 18257164"/>
                    <a:gd name="adj2" fmla="val 3319074"/>
                    <a:gd name="adj3" fmla="val 5612"/>
                  </a:avLst>
                </a:prstGeom>
                <a:gradFill>
                  <a:gsLst>
                    <a:gs pos="20000">
                      <a:schemeClr val="accent2">
                        <a:lumMod val="60000"/>
                        <a:lumOff val="40000"/>
                      </a:schemeClr>
                    </a:gs>
                    <a:gs pos="85000">
                      <a:schemeClr val="accent1">
                        <a:lumMod val="60000"/>
                        <a:lumOff val="40000"/>
                      </a:schemeClr>
                    </a:gs>
                  </a:gsLst>
                  <a:lin ang="5400000" scaled="0"/>
                </a:gra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 anchorCtr="0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/>
                </a:p>
              </p:txBody>
            </p:sp>
            <p:sp>
              <p:nvSpPr>
                <p:cNvPr id="572" name="islide-4-8" descr="b84a8c70-3668-480c-b684-c4b1e3052854">
                  <a:extLst>
                    <a:ext uri="{FF2B5EF4-FFF2-40B4-BE49-F238E27FC236}">
                      <a16:creationId xmlns:a16="http://schemas.microsoft.com/office/drawing/2014/main" id="{98C09635-DEA3-A775-5BE9-9B0F22C2AE87}"/>
                    </a:ext>
                  </a:extLst>
                </p:cNvPr>
                <p:cNvSpPr/>
                <p:nvPr/>
              </p:nvSpPr>
              <p:spPr>
                <a:xfrm>
                  <a:off x="7424474" y="5645740"/>
                  <a:ext cx="715059" cy="715059"/>
                </a:xfrm>
                <a:prstGeom prst="arc">
                  <a:avLst>
                    <a:gd name="adj1" fmla="val 14255596"/>
                    <a:gd name="adj2" fmla="val 18088074"/>
                  </a:avLst>
                </a:prstGeom>
                <a:noFill/>
                <a:ln w="19050">
                  <a:gradFill flip="none" rotWithShape="1">
                    <a:gsLst>
                      <a:gs pos="20000">
                        <a:schemeClr val="accent1"/>
                      </a:gs>
                      <a:gs pos="100000">
                        <a:schemeClr val="accent2"/>
                      </a:gs>
                    </a:gsLst>
                    <a:lin ang="0" scaled="1"/>
                    <a:tileRect/>
                  </a:gra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 anchorCtr="0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/>
                </a:p>
              </p:txBody>
            </p:sp>
            <p:sp>
              <p:nvSpPr>
                <p:cNvPr id="573" name="islide-4-9" descr="e4ae4733-b1e7-48e3-8ff4-7291e6aa9da5">
                  <a:extLst>
                    <a:ext uri="{FF2B5EF4-FFF2-40B4-BE49-F238E27FC236}">
                      <a16:creationId xmlns:a16="http://schemas.microsoft.com/office/drawing/2014/main" id="{CF5416F5-2C5B-5273-C899-A089E3B76EBC}"/>
                    </a:ext>
                  </a:extLst>
                </p:cNvPr>
                <p:cNvSpPr/>
                <p:nvPr/>
              </p:nvSpPr>
              <p:spPr>
                <a:xfrm flipV="1">
                  <a:off x="7424474" y="5645740"/>
                  <a:ext cx="715059" cy="715059"/>
                </a:xfrm>
                <a:prstGeom prst="arc">
                  <a:avLst>
                    <a:gd name="adj1" fmla="val 14255596"/>
                    <a:gd name="adj2" fmla="val 18088074"/>
                  </a:avLst>
                </a:prstGeom>
                <a:noFill/>
                <a:ln w="19050">
                  <a:gradFill flip="none" rotWithShape="1">
                    <a:gsLst>
                      <a:gs pos="20000">
                        <a:schemeClr val="accent1"/>
                      </a:gs>
                      <a:gs pos="100000">
                        <a:schemeClr val="accent2"/>
                      </a:gs>
                    </a:gsLst>
                    <a:lin ang="10800000" scaled="1"/>
                    <a:tileRect/>
                  </a:gra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 anchorCtr="0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/>
                </a:p>
              </p:txBody>
            </p:sp>
          </p:grpSp>
          <p:grpSp>
            <p:nvGrpSpPr>
              <p:cNvPr id="26" name="组合 25" descr="c1049817-06cc-41bb-bdb7-beea2661fd7b">
                <a:extLst>
                  <a:ext uri="{FF2B5EF4-FFF2-40B4-BE49-F238E27FC236}">
                    <a16:creationId xmlns:a16="http://schemas.microsoft.com/office/drawing/2014/main" id="{A031651E-9D4B-0C59-4A88-6A7F3B89C8FE}"/>
                  </a:ext>
                </a:extLst>
              </p:cNvPr>
              <p:cNvGrpSpPr/>
              <p:nvPr/>
            </p:nvGrpSpPr>
            <p:grpSpPr>
              <a:xfrm>
                <a:off x="7489926" y="5256945"/>
                <a:ext cx="3615833" cy="1487144"/>
                <a:chOff x="7489926" y="5256945"/>
                <a:chExt cx="3615833" cy="1487144"/>
              </a:xfrm>
            </p:grpSpPr>
            <p:sp>
              <p:nvSpPr>
                <p:cNvPr id="566" name="Number6" descr="670ca0e1-6ad8-4dc1-b684-531365d68a18">
                  <a:extLst>
                    <a:ext uri="{FF2B5EF4-FFF2-40B4-BE49-F238E27FC236}">
                      <a16:creationId xmlns:a16="http://schemas.microsoft.com/office/drawing/2014/main" id="{926D8369-5F5C-C3B8-AC8B-0373CA71237E}"/>
                    </a:ext>
                  </a:extLst>
                </p:cNvPr>
                <p:cNvSpPr/>
                <p:nvPr/>
              </p:nvSpPr>
              <p:spPr>
                <a:xfrm>
                  <a:off x="7489926" y="5711192"/>
                  <a:ext cx="584157" cy="584157"/>
                </a:xfrm>
                <a:prstGeom prst="ellipse">
                  <a:avLst/>
                </a:prstGeom>
                <a:gradFill flip="none" rotWithShape="1">
                  <a:gsLst>
                    <a:gs pos="80000">
                      <a:schemeClr val="accent1"/>
                    </a:gs>
                    <a:gs pos="0">
                      <a:schemeClr val="accent2">
                        <a:alpha val="90000"/>
                      </a:schemeClr>
                    </a:gs>
                  </a:gsLst>
                  <a:lin ang="2700000" scaled="1"/>
                  <a:tileRect/>
                </a:gradFill>
                <a:ln w="12700">
                  <a:gradFill flip="none" rotWithShape="1">
                    <a:gsLst>
                      <a:gs pos="0">
                        <a:schemeClr val="accent2">
                          <a:lumMod val="40000"/>
                          <a:lumOff val="60000"/>
                        </a:schemeClr>
                      </a:gs>
                      <a:gs pos="50500">
                        <a:schemeClr val="accent1">
                          <a:alpha val="0"/>
                        </a:schemeClr>
                      </a:gs>
                      <a:gs pos="100000">
                        <a:schemeClr val="accent2">
                          <a:lumMod val="40000"/>
                          <a:lumOff val="60000"/>
                        </a:schemeClr>
                      </a:gs>
                    </a:gsLst>
                    <a:lin ang="2700000" scaled="1"/>
                    <a:tileRect/>
                  </a:gra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0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sz="2400" b="1" i="0" u="none">
                      <a:solidFill>
                        <a:srgbClr val="FFFFFF"/>
                      </a:solidFill>
                      <a:latin typeface="Arial"/>
                    </a:rPr>
                    <a:t>6</a:t>
                  </a:r>
                </a:p>
              </p:txBody>
            </p:sp>
            <p:sp>
              <p:nvSpPr>
                <p:cNvPr id="563" name="Bullet6" descr="63bbab6c-44a7-4974-85f8-d32d61a5904f">
                  <a:extLst>
                    <a:ext uri="{FF2B5EF4-FFF2-40B4-BE49-F238E27FC236}">
                      <a16:creationId xmlns:a16="http://schemas.microsoft.com/office/drawing/2014/main" id="{205FBE18-9C3C-A473-6E39-EF920D7FEF27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8186812" y="5256945"/>
                  <a:ext cx="2918947" cy="67321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b" anchorCtr="0">
                  <a:normAutofit/>
                </a:bodyPr>
                <a:lstStyle/>
                <a:p>
                  <a:pPr algn="l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1800" b="1" i="0" u="none" strike="noStrike">
                      <a:solidFill>
                        <a:srgbClr val="000000"/>
                      </a:solidFill>
                      <a:latin typeface="Arial"/>
                    </a:rPr>
                    <a:t>Bug修复</a:t>
                  </a:r>
                </a:p>
              </p:txBody>
            </p:sp>
            <p:sp>
              <p:nvSpPr>
                <p:cNvPr id="564" name="Text6" descr="f7b68de6-77e9-461b-b476-87bfcb4f2090">
                  <a:extLst>
                    <a:ext uri="{FF2B5EF4-FFF2-40B4-BE49-F238E27FC236}">
                      <a16:creationId xmlns:a16="http://schemas.microsoft.com/office/drawing/2014/main" id="{5F61E47B-7532-23B8-2E78-BE1518BDCA97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8186812" y="5930159"/>
                  <a:ext cx="2918947" cy="81393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t" anchorCtr="0">
                  <a:normAutofit/>
                </a:bodyPr>
                <a:lstStyle/>
                <a:p>
                  <a:pPr algn="l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1200" b="0" i="0" u="none" strike="noStrike">
                      <a:solidFill>
                        <a:srgbClr val="000000"/>
                      </a:solidFill>
                      <a:ea typeface="微软雅黑"/>
                    </a:rPr>
                    <a:t>进行多轮调试与Bug修复，确保App稳定。</a:t>
                  </a:r>
                </a:p>
              </p:txBody>
            </p:sp>
          </p:grpSp>
        </p:grpSp>
      </p:grpSp>
      <p:sp>
        <p:nvSpPr>
          <p:cNvPr id="2" name="标题 1" descr="0726fe45-b043-4457-813b-c150326fe0f6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000000"/>
                </a:solidFill>
                <a:ea typeface="微软雅黑"/>
              </a:rPr>
              <a:t>开发难度与工作量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ab4a5f0d-9261-4d4d-8e9b-1727bb5e4053.source.4.zh-Hans.pptx" descr="bb202007-0688-4adf-b48c-b8e7546abe31">
            <a:extLst>
              <a:ext uri="{FF2B5EF4-FFF2-40B4-BE49-F238E27FC236}">
                <a16:creationId xmlns:a16="http://schemas.microsoft.com/office/drawing/2014/main" id="{C9817FDC-B01F-93B3-E962-1FD3F174852B}"/>
              </a:ext>
            </a:extLst>
          </p:cNvPr>
          <p:cNvGrpSpPr/>
          <p:nvPr/>
        </p:nvGrpSpPr>
        <p:grpSpPr>
          <a:xfrm>
            <a:off x="660400" y="1304453"/>
            <a:ext cx="10980686" cy="5961211"/>
            <a:chOff x="660400" y="1304453"/>
            <a:chExt cx="10980686" cy="5961211"/>
          </a:xfrm>
        </p:grpSpPr>
        <p:sp>
          <p:nvSpPr>
            <p:cNvPr id="8" name="Title" descr="c9da8bd6-a5d4-456f-b809-ac241f538b2b">
              <a:extLst>
                <a:ext uri="{FF2B5EF4-FFF2-40B4-BE49-F238E27FC236}">
                  <a16:creationId xmlns:a16="http://schemas.microsoft.com/office/drawing/2014/main" id="{0CB99013-3FDD-3E63-BBC4-4DD6FA51AD95}"/>
                </a:ext>
              </a:extLst>
            </p:cNvPr>
            <p:cNvSpPr txBox="1"/>
            <p:nvPr/>
          </p:nvSpPr>
          <p:spPr>
            <a:xfrm>
              <a:off x="660400" y="1304453"/>
              <a:ext cx="10858500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 anchorCtr="0">
              <a:normAutofit/>
            </a:bodyPr>
            <a:lstStyle/>
            <a:p>
              <a:pPr algn="ctr"/>
              <a:r>
                <a:rPr lang="en-US" sz="2400" b="1" i="0" u="none">
                  <a:solidFill>
                    <a:srgbClr val="F4945F"/>
                  </a:solidFill>
                  <a:ea typeface="微软雅黑"/>
                </a:rPr>
                <a:t>介绍测试的平台、内容和方法</a:t>
              </a:r>
            </a:p>
          </p:txBody>
        </p:sp>
        <p:grpSp>
          <p:nvGrpSpPr>
            <p:cNvPr id="68" name="组合 67" descr="db606fa0-721a-42fa-a67b-ea4259fed672">
              <a:extLst>
                <a:ext uri="{FF2B5EF4-FFF2-40B4-BE49-F238E27FC236}">
                  <a16:creationId xmlns:a16="http://schemas.microsoft.com/office/drawing/2014/main" id="{4AE3C96B-8521-826C-849C-7CC197C0B0CD}"/>
                </a:ext>
              </a:extLst>
            </p:cNvPr>
            <p:cNvGrpSpPr/>
            <p:nvPr/>
          </p:nvGrpSpPr>
          <p:grpSpPr>
            <a:xfrm>
              <a:off x="747483" y="3246702"/>
              <a:ext cx="10893603" cy="4018962"/>
              <a:chOff x="747483" y="3246702"/>
              <a:chExt cx="10893603" cy="4018962"/>
            </a:xfrm>
          </p:grpSpPr>
          <p:grpSp>
            <p:nvGrpSpPr>
              <p:cNvPr id="25" name="组合 24" descr="336b469c-edf9-4c2f-af4f-0fffe7c93e55">
                <a:extLst>
                  <a:ext uri="{FF2B5EF4-FFF2-40B4-BE49-F238E27FC236}">
                    <a16:creationId xmlns:a16="http://schemas.microsoft.com/office/drawing/2014/main" id="{3838BF66-988C-4635-EB61-50CE8DD3A104}"/>
                  </a:ext>
                </a:extLst>
              </p:cNvPr>
              <p:cNvGrpSpPr/>
              <p:nvPr/>
            </p:nvGrpSpPr>
            <p:grpSpPr>
              <a:xfrm>
                <a:off x="747483" y="3771255"/>
                <a:ext cx="2387602" cy="3494409"/>
                <a:chOff x="747483" y="3771255"/>
                <a:chExt cx="2387602" cy="3494409"/>
              </a:xfrm>
            </p:grpSpPr>
            <p:grpSp>
              <p:nvGrpSpPr>
                <p:cNvPr id="4" name="组合 3" descr="b9b8d88f-9b62-4dac-a6d4-98559a404e36">
                  <a:extLst>
                    <a:ext uri="{FF2B5EF4-FFF2-40B4-BE49-F238E27FC236}">
                      <a16:creationId xmlns:a16="http://schemas.microsoft.com/office/drawing/2014/main" id="{C526686D-6845-27CA-070E-B1D8A0E0BE97}"/>
                    </a:ext>
                  </a:extLst>
                </p:cNvPr>
                <p:cNvGrpSpPr/>
                <p:nvPr/>
              </p:nvGrpSpPr>
              <p:grpSpPr>
                <a:xfrm>
                  <a:off x="747484" y="4734211"/>
                  <a:ext cx="2387601" cy="2531453"/>
                  <a:chOff x="660400" y="4318741"/>
                  <a:chExt cx="2387601" cy="2531453"/>
                </a:xfrm>
              </p:grpSpPr>
              <p:sp>
                <p:nvSpPr>
                  <p:cNvPr id="18" name="Bullet1" descr="9d966a23-cc4d-4cf7-a431-f37bd59bfc7d">
                    <a:extLst>
                      <a:ext uri="{FF2B5EF4-FFF2-40B4-BE49-F238E27FC236}">
                        <a16:creationId xmlns:a16="http://schemas.microsoft.com/office/drawing/2014/main" id="{E7077D31-C637-DF22-3FF0-5DE924913760}"/>
                      </a:ext>
                    </a:extLst>
                  </p:cNvPr>
                  <p:cNvSpPr/>
                  <p:nvPr/>
                </p:nvSpPr>
                <p:spPr>
                  <a:xfrm>
                    <a:off x="660400" y="4318741"/>
                    <a:ext cx="2387601" cy="49510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lIns="108000" tIns="108000" rIns="108000" bIns="108000" rtlCol="0" anchor="ctr" anchorCtr="0">
                    <a:norm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9pPr>
                  </a:lstStyle>
                  <a:p>
                    <a:pPr algn="l"/>
                    <a:r>
                      <a:rPr lang="en-US" sz="1800" b="1" i="0" u="none">
                        <a:solidFill>
                          <a:srgbClr val="000000"/>
                        </a:solidFill>
                        <a:ea typeface="微软雅黑"/>
                      </a:rPr>
                      <a:t>第三方云测试</a:t>
                    </a:r>
                  </a:p>
                </p:txBody>
              </p:sp>
              <p:sp>
                <p:nvSpPr>
                  <p:cNvPr id="19" name="Text1" descr="95595e32-7ee4-46ef-99c9-b3f51418e6cf">
                    <a:extLst>
                      <a:ext uri="{FF2B5EF4-FFF2-40B4-BE49-F238E27FC236}">
                        <a16:creationId xmlns:a16="http://schemas.microsoft.com/office/drawing/2014/main" id="{520C2A5F-C217-1338-1CC5-D6C11BA92239}"/>
                      </a:ext>
                    </a:extLst>
                  </p:cNvPr>
                  <p:cNvSpPr/>
                  <p:nvPr/>
                </p:nvSpPr>
                <p:spPr>
                  <a:xfrm>
                    <a:off x="660401" y="4736501"/>
                    <a:ext cx="2387600" cy="211369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lIns="108000" tIns="108000" rIns="108000" bIns="108000" rtlCol="0" anchor="t" anchorCtr="0">
                    <a:norm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9pPr>
                  </a:lstStyle>
                  <a:p>
                    <a:pPr algn="l">
                      <a:lnSpc>
                        <a:spcPct val="120000"/>
                      </a:lnSpc>
                    </a:pPr>
                    <a:r>
                      <a:rPr lang="en-US" sz="1200" b="0" i="0" u="none">
                        <a:solidFill>
                          <a:srgbClr val="000000"/>
                        </a:solidFill>
                        <a:ea typeface="微软雅黑"/>
                      </a:rPr>
                      <a:t>使用第三方云平台进行测试，保证客观性。</a:t>
                    </a:r>
                  </a:p>
                </p:txBody>
              </p:sp>
            </p:grpSp>
            <p:sp>
              <p:nvSpPr>
                <p:cNvPr id="21" name="Number1" descr="37f405e5-f6ec-4a32-98eb-a327995c07c0">
                  <a:extLst>
                    <a:ext uri="{FF2B5EF4-FFF2-40B4-BE49-F238E27FC236}">
                      <a16:creationId xmlns:a16="http://schemas.microsoft.com/office/drawing/2014/main" id="{6C53D51C-E138-FBDB-DECD-64389CF2B220}"/>
                    </a:ext>
                  </a:extLst>
                </p:cNvPr>
                <p:cNvSpPr/>
                <p:nvPr/>
              </p:nvSpPr>
              <p:spPr>
                <a:xfrm>
                  <a:off x="747483" y="3771255"/>
                  <a:ext cx="2387601" cy="1049106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08000" tIns="108000" rIns="108000" bIns="108000" rtlCol="0" anchor="ctr" anchorCtr="0"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l"/>
                  <a:r>
                    <a:rPr lang="en-US" sz="5400" b="1" i="0" u="none">
                      <a:solidFill>
                        <a:srgbClr val="768394"/>
                      </a:solidFill>
                      <a:latin typeface="Arial"/>
                    </a:rPr>
                    <a:t>01</a:t>
                  </a:r>
                </a:p>
              </p:txBody>
            </p:sp>
          </p:grpSp>
          <p:grpSp>
            <p:nvGrpSpPr>
              <p:cNvPr id="24" name="组合 23" descr="278fb97f-17e6-4adb-8501-56a9e1ade73a">
                <a:extLst>
                  <a:ext uri="{FF2B5EF4-FFF2-40B4-BE49-F238E27FC236}">
                    <a16:creationId xmlns:a16="http://schemas.microsoft.com/office/drawing/2014/main" id="{6F66157F-AD09-D7A7-D8A2-60843AEDA67D}"/>
                  </a:ext>
                </a:extLst>
              </p:cNvPr>
              <p:cNvGrpSpPr/>
              <p:nvPr/>
            </p:nvGrpSpPr>
            <p:grpSpPr>
              <a:xfrm>
                <a:off x="3582817" y="3246702"/>
                <a:ext cx="2387601" cy="3451931"/>
                <a:chOff x="3513085" y="3246702"/>
                <a:chExt cx="2387601" cy="3451931"/>
              </a:xfrm>
            </p:grpSpPr>
            <p:grpSp>
              <p:nvGrpSpPr>
                <p:cNvPr id="5" name="组合 4" descr="da34ee4b-5db3-4dff-a82f-e92b5da452ea">
                  <a:extLst>
                    <a:ext uri="{FF2B5EF4-FFF2-40B4-BE49-F238E27FC236}">
                      <a16:creationId xmlns:a16="http://schemas.microsoft.com/office/drawing/2014/main" id="{299E169D-C161-C18B-5508-D8E41434F31B}"/>
                    </a:ext>
                  </a:extLst>
                </p:cNvPr>
                <p:cNvGrpSpPr/>
                <p:nvPr/>
              </p:nvGrpSpPr>
              <p:grpSpPr>
                <a:xfrm>
                  <a:off x="3513085" y="4167180"/>
                  <a:ext cx="2387601" cy="2531453"/>
                  <a:chOff x="660400" y="4318741"/>
                  <a:chExt cx="2387601" cy="2531453"/>
                </a:xfrm>
              </p:grpSpPr>
              <p:sp>
                <p:nvSpPr>
                  <p:cNvPr id="15" name="Bullet2" descr="58ac19d0-c983-46f1-ad88-e86ff3bf5b01">
                    <a:extLst>
                      <a:ext uri="{FF2B5EF4-FFF2-40B4-BE49-F238E27FC236}">
                        <a16:creationId xmlns:a16="http://schemas.microsoft.com/office/drawing/2014/main" id="{D0159C6D-A9F1-92BD-FEC3-B55D07345FF6}"/>
                      </a:ext>
                    </a:extLst>
                  </p:cNvPr>
                  <p:cNvSpPr/>
                  <p:nvPr/>
                </p:nvSpPr>
                <p:spPr>
                  <a:xfrm>
                    <a:off x="660400" y="4318741"/>
                    <a:ext cx="2387601" cy="49510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lIns="108000" tIns="108000" rIns="108000" bIns="108000" rtlCol="0" anchor="ctr" anchorCtr="0">
                    <a:norm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9pPr>
                  </a:lstStyle>
                  <a:p>
                    <a:pPr algn="l"/>
                    <a:r>
                      <a:rPr lang="en-US" sz="1800" b="1" i="0" u="none">
                        <a:solidFill>
                          <a:srgbClr val="F4945F"/>
                        </a:solidFill>
                        <a:ea typeface="微软雅黑"/>
                      </a:rPr>
                      <a:t>测试内容</a:t>
                    </a:r>
                  </a:p>
                </p:txBody>
              </p:sp>
              <p:sp>
                <p:nvSpPr>
                  <p:cNvPr id="16" name="Text2" descr="4a461785-3cb5-4c23-bee5-a009a534f88b">
                    <a:extLst>
                      <a:ext uri="{FF2B5EF4-FFF2-40B4-BE49-F238E27FC236}">
                        <a16:creationId xmlns:a16="http://schemas.microsoft.com/office/drawing/2014/main" id="{C5770D53-E155-DC51-C7D6-E9CF23A2B556}"/>
                      </a:ext>
                    </a:extLst>
                  </p:cNvPr>
                  <p:cNvSpPr/>
                  <p:nvPr/>
                </p:nvSpPr>
                <p:spPr>
                  <a:xfrm>
                    <a:off x="660401" y="4736501"/>
                    <a:ext cx="2387600" cy="211369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lIns="108000" tIns="108000" rIns="108000" bIns="108000" rtlCol="0" anchor="t" anchorCtr="0">
                    <a:norm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9pPr>
                  </a:lstStyle>
                  <a:p>
                    <a:pPr algn="l">
                      <a:lnSpc>
                        <a:spcPct val="120000"/>
                      </a:lnSpc>
                    </a:pPr>
                    <a:r>
                      <a:rPr lang="en-US" sz="1200" b="0" i="0" u="none">
                        <a:solidFill>
                          <a:srgbClr val="000000"/>
                        </a:solidFill>
                        <a:ea typeface="微软雅黑"/>
                      </a:rPr>
                      <a:t>涵盖页面跳转稳定性、功能可用性和性能表现。</a:t>
                    </a:r>
                  </a:p>
                </p:txBody>
              </p:sp>
            </p:grpSp>
            <p:sp>
              <p:nvSpPr>
                <p:cNvPr id="22" name="Number2" descr="2b77b091-9205-4762-b271-4d084ed12929">
                  <a:extLst>
                    <a:ext uri="{FF2B5EF4-FFF2-40B4-BE49-F238E27FC236}">
                      <a16:creationId xmlns:a16="http://schemas.microsoft.com/office/drawing/2014/main" id="{34B30315-7C22-F4D4-3714-51BAF3170454}"/>
                    </a:ext>
                  </a:extLst>
                </p:cNvPr>
                <p:cNvSpPr/>
                <p:nvPr/>
              </p:nvSpPr>
              <p:spPr>
                <a:xfrm>
                  <a:off x="3513085" y="3246702"/>
                  <a:ext cx="2387601" cy="1049106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08000" tIns="108000" rIns="108000" bIns="108000" rtlCol="0" anchor="ctr" anchorCtr="0"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l"/>
                  <a:r>
                    <a:rPr lang="en-US" sz="5400" b="1" i="0" u="none">
                      <a:solidFill>
                        <a:srgbClr val="F4945F"/>
                      </a:solidFill>
                      <a:latin typeface="Arial"/>
                    </a:rPr>
                    <a:t>02</a:t>
                  </a:r>
                </a:p>
              </p:txBody>
            </p:sp>
          </p:grpSp>
          <p:grpSp>
            <p:nvGrpSpPr>
              <p:cNvPr id="26" name="组合 25" descr="64bbf170-0de1-4c97-b6bb-f6ace2d2ee41">
                <a:extLst>
                  <a:ext uri="{FF2B5EF4-FFF2-40B4-BE49-F238E27FC236}">
                    <a16:creationId xmlns:a16="http://schemas.microsoft.com/office/drawing/2014/main" id="{49BAC647-19E8-DF32-F395-B4FBE03DED6C}"/>
                  </a:ext>
                </a:extLst>
              </p:cNvPr>
              <p:cNvGrpSpPr/>
              <p:nvPr/>
            </p:nvGrpSpPr>
            <p:grpSpPr>
              <a:xfrm>
                <a:off x="6418150" y="3771255"/>
                <a:ext cx="2387602" cy="3494409"/>
                <a:chOff x="747483" y="3771255"/>
                <a:chExt cx="2387602" cy="3494409"/>
              </a:xfrm>
            </p:grpSpPr>
            <p:grpSp>
              <p:nvGrpSpPr>
                <p:cNvPr id="27" name="组合 26" descr="a21eb690-011d-4995-853f-2fe667907927">
                  <a:extLst>
                    <a:ext uri="{FF2B5EF4-FFF2-40B4-BE49-F238E27FC236}">
                      <a16:creationId xmlns:a16="http://schemas.microsoft.com/office/drawing/2014/main" id="{7570374B-9A4A-48B3-1357-6160B4FF6936}"/>
                    </a:ext>
                  </a:extLst>
                </p:cNvPr>
                <p:cNvGrpSpPr/>
                <p:nvPr/>
              </p:nvGrpSpPr>
              <p:grpSpPr>
                <a:xfrm>
                  <a:off x="747484" y="4734211"/>
                  <a:ext cx="2387601" cy="2531453"/>
                  <a:chOff x="660400" y="4318741"/>
                  <a:chExt cx="2387601" cy="2531453"/>
                </a:xfrm>
              </p:grpSpPr>
              <p:sp>
                <p:nvSpPr>
                  <p:cNvPr id="29" name="Bullet3" descr="fa03bb09-d733-4f44-96ae-4ce589962cba">
                    <a:extLst>
                      <a:ext uri="{FF2B5EF4-FFF2-40B4-BE49-F238E27FC236}">
                        <a16:creationId xmlns:a16="http://schemas.microsoft.com/office/drawing/2014/main" id="{D00648AE-2D3D-9616-736B-FCCFE3935041}"/>
                      </a:ext>
                    </a:extLst>
                  </p:cNvPr>
                  <p:cNvSpPr/>
                  <p:nvPr/>
                </p:nvSpPr>
                <p:spPr>
                  <a:xfrm>
                    <a:off x="660400" y="4318741"/>
                    <a:ext cx="2387601" cy="49510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lIns="108000" tIns="108000" rIns="108000" bIns="108000" rtlCol="0" anchor="ctr" anchorCtr="0">
                    <a:norm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9pPr>
                  </a:lstStyle>
                  <a:p>
                    <a:pPr algn="l"/>
                    <a:r>
                      <a:rPr lang="en-US" sz="1800" b="1" i="0" u="none">
                        <a:solidFill>
                          <a:srgbClr val="000000"/>
                        </a:solidFill>
                        <a:ea typeface="微软雅黑"/>
                      </a:rPr>
                      <a:t>测试模块</a:t>
                    </a:r>
                  </a:p>
                </p:txBody>
              </p:sp>
              <p:sp>
                <p:nvSpPr>
                  <p:cNvPr id="30" name="Text3" descr="68435afd-f74e-430a-82d2-3c16a69e5ea2">
                    <a:extLst>
                      <a:ext uri="{FF2B5EF4-FFF2-40B4-BE49-F238E27FC236}">
                        <a16:creationId xmlns:a16="http://schemas.microsoft.com/office/drawing/2014/main" id="{1217CFA9-C962-6AA1-80B3-6A354D518DEE}"/>
                      </a:ext>
                    </a:extLst>
                  </p:cNvPr>
                  <p:cNvSpPr/>
                  <p:nvPr/>
                </p:nvSpPr>
                <p:spPr>
                  <a:xfrm>
                    <a:off x="660401" y="4736501"/>
                    <a:ext cx="2387600" cy="211369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lIns="108000" tIns="108000" rIns="108000" bIns="108000" rtlCol="0" anchor="t" anchorCtr="0">
                    <a:norm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9pPr>
                  </a:lstStyle>
                  <a:p>
                    <a:pPr algn="l">
                      <a:lnSpc>
                        <a:spcPct val="120000"/>
                      </a:lnSpc>
                    </a:pPr>
                    <a:r>
                      <a:rPr lang="en-US" sz="1200" b="0" i="0" u="none">
                        <a:solidFill>
                          <a:srgbClr val="000000"/>
                        </a:solidFill>
                        <a:ea typeface="微软雅黑"/>
                      </a:rPr>
                      <a:t>对不同功能模块分别测试，确保全面性。</a:t>
                    </a:r>
                  </a:p>
                </p:txBody>
              </p:sp>
            </p:grpSp>
            <p:sp>
              <p:nvSpPr>
                <p:cNvPr id="28" name="Number3" descr="29f207a4-840f-4b06-ac53-0aefa62b72a5">
                  <a:extLst>
                    <a:ext uri="{FF2B5EF4-FFF2-40B4-BE49-F238E27FC236}">
                      <a16:creationId xmlns:a16="http://schemas.microsoft.com/office/drawing/2014/main" id="{BD0B683C-4410-8D14-1A02-ED1E75CD31AB}"/>
                    </a:ext>
                  </a:extLst>
                </p:cNvPr>
                <p:cNvSpPr/>
                <p:nvPr/>
              </p:nvSpPr>
              <p:spPr>
                <a:xfrm>
                  <a:off x="747483" y="3771255"/>
                  <a:ext cx="2387601" cy="1049106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08000" tIns="108000" rIns="108000" bIns="108000" rtlCol="0" anchor="ctr" anchorCtr="0"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l"/>
                  <a:r>
                    <a:rPr lang="en-US" sz="5400" b="1" i="0" u="none">
                      <a:solidFill>
                        <a:srgbClr val="768394"/>
                      </a:solidFill>
                      <a:latin typeface="Arial"/>
                    </a:rPr>
                    <a:t>03</a:t>
                  </a:r>
                </a:p>
              </p:txBody>
            </p:sp>
          </p:grpSp>
          <p:grpSp>
            <p:nvGrpSpPr>
              <p:cNvPr id="31" name="组合 30" descr="068c3492-032f-41f1-a1a6-4cdf2e515092">
                <a:extLst>
                  <a:ext uri="{FF2B5EF4-FFF2-40B4-BE49-F238E27FC236}">
                    <a16:creationId xmlns:a16="http://schemas.microsoft.com/office/drawing/2014/main" id="{D2615A8E-0398-84BE-922F-59B2A6D681F8}"/>
                  </a:ext>
                </a:extLst>
              </p:cNvPr>
              <p:cNvGrpSpPr/>
              <p:nvPr/>
            </p:nvGrpSpPr>
            <p:grpSpPr>
              <a:xfrm>
                <a:off x="9253485" y="3246702"/>
                <a:ext cx="2387601" cy="3451931"/>
                <a:chOff x="3513085" y="3246702"/>
                <a:chExt cx="2387601" cy="3451931"/>
              </a:xfrm>
            </p:grpSpPr>
            <p:grpSp>
              <p:nvGrpSpPr>
                <p:cNvPr id="64" name="组合 63" descr="e23d7fce-3b55-4746-880d-73dae2a35cf1">
                  <a:extLst>
                    <a:ext uri="{FF2B5EF4-FFF2-40B4-BE49-F238E27FC236}">
                      <a16:creationId xmlns:a16="http://schemas.microsoft.com/office/drawing/2014/main" id="{9B446CE2-F9C3-8085-BAE1-8DD251C2AA0E}"/>
                    </a:ext>
                  </a:extLst>
                </p:cNvPr>
                <p:cNvGrpSpPr/>
                <p:nvPr/>
              </p:nvGrpSpPr>
              <p:grpSpPr>
                <a:xfrm>
                  <a:off x="3513085" y="4167180"/>
                  <a:ext cx="2387601" cy="2531453"/>
                  <a:chOff x="660400" y="4318741"/>
                  <a:chExt cx="2387601" cy="2531453"/>
                </a:xfrm>
              </p:grpSpPr>
              <p:sp>
                <p:nvSpPr>
                  <p:cNvPr id="66" name="Bullet4" descr="6f3e86d1-0c68-4711-b40c-297befc08472">
                    <a:extLst>
                      <a:ext uri="{FF2B5EF4-FFF2-40B4-BE49-F238E27FC236}">
                        <a16:creationId xmlns:a16="http://schemas.microsoft.com/office/drawing/2014/main" id="{F9420442-274B-B24F-7C2E-7D730D41FF3F}"/>
                      </a:ext>
                    </a:extLst>
                  </p:cNvPr>
                  <p:cNvSpPr/>
                  <p:nvPr/>
                </p:nvSpPr>
                <p:spPr>
                  <a:xfrm>
                    <a:off x="660400" y="4318741"/>
                    <a:ext cx="2387601" cy="49510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lIns="108000" tIns="108000" rIns="108000" bIns="108000" rtlCol="0" anchor="ctr" anchorCtr="0">
                    <a:norm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9pPr>
                  </a:lstStyle>
                  <a:p>
                    <a:pPr algn="l"/>
                    <a:r>
                      <a:rPr lang="en-US" sz="1800" b="1" i="0" u="none">
                        <a:solidFill>
                          <a:srgbClr val="F4945F"/>
                        </a:solidFill>
                        <a:ea typeface="微软雅黑"/>
                      </a:rPr>
                      <a:t>测试运行</a:t>
                    </a:r>
                  </a:p>
                </p:txBody>
              </p:sp>
              <p:sp>
                <p:nvSpPr>
                  <p:cNvPr id="67" name="Text4" descr="66667b7f-7cbf-4f03-bc72-ab2c8b0ffe46">
                    <a:extLst>
                      <a:ext uri="{FF2B5EF4-FFF2-40B4-BE49-F238E27FC236}">
                        <a16:creationId xmlns:a16="http://schemas.microsoft.com/office/drawing/2014/main" id="{03F77C1E-00A5-9AEB-D0C9-CEB780E0B924}"/>
                      </a:ext>
                    </a:extLst>
                  </p:cNvPr>
                  <p:cNvSpPr/>
                  <p:nvPr/>
                </p:nvSpPr>
                <p:spPr>
                  <a:xfrm>
                    <a:off x="660401" y="4736501"/>
                    <a:ext cx="2387600" cy="211369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lIns="108000" tIns="108000" rIns="108000" bIns="108000" rtlCol="0" anchor="t" anchorCtr="0">
                    <a:norm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9pPr>
                  </a:lstStyle>
                  <a:p>
                    <a:pPr algn="l">
                      <a:lnSpc>
                        <a:spcPct val="120000"/>
                      </a:lnSpc>
                    </a:pPr>
                    <a:r>
                      <a:rPr lang="en-US" sz="1200" b="0" i="0" u="none">
                        <a:solidFill>
                          <a:srgbClr val="000000"/>
                        </a:solidFill>
                        <a:ea typeface="微软雅黑"/>
                      </a:rPr>
                      <a:t>多次运行测试，避免崩溃，保证可靠性。</a:t>
                    </a:r>
                  </a:p>
                </p:txBody>
              </p:sp>
            </p:grpSp>
            <p:sp>
              <p:nvSpPr>
                <p:cNvPr id="65" name="Number4" descr="aaf36124-54dd-411d-933f-09be8939d350">
                  <a:extLst>
                    <a:ext uri="{FF2B5EF4-FFF2-40B4-BE49-F238E27FC236}">
                      <a16:creationId xmlns:a16="http://schemas.microsoft.com/office/drawing/2014/main" id="{396ADC49-791D-4BEA-D6B1-41E18897AC16}"/>
                    </a:ext>
                  </a:extLst>
                </p:cNvPr>
                <p:cNvSpPr/>
                <p:nvPr/>
              </p:nvSpPr>
              <p:spPr>
                <a:xfrm>
                  <a:off x="3513085" y="3246702"/>
                  <a:ext cx="2387601" cy="1049106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08000" tIns="108000" rIns="108000" bIns="108000" rtlCol="0" anchor="ctr" anchorCtr="0"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l"/>
                  <a:r>
                    <a:rPr lang="en-US" sz="5400" b="1" i="0" u="none">
                      <a:solidFill>
                        <a:srgbClr val="F4945F"/>
                      </a:solidFill>
                      <a:latin typeface="Arial"/>
                    </a:rPr>
                    <a:t>04</a:t>
                  </a:r>
                </a:p>
              </p:txBody>
            </p:sp>
          </p:grpSp>
        </p:grpSp>
      </p:grpSp>
      <p:sp>
        <p:nvSpPr>
          <p:cNvPr id="2" name="标题 1" descr="0726fe45-b043-4457-813b-c150326fe0f6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000000"/>
                </a:solidFill>
                <a:ea typeface="微软雅黑"/>
              </a:rPr>
              <a:t>测试方法与范围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e40a5df3-c735-4758-8d35-86acaacf8aad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400" b="1" i="0" u="none">
                <a:solidFill>
                  <a:srgbClr val="000000"/>
                </a:solidFill>
                <a:ea typeface="微软雅黑"/>
              </a:rPr>
              <a:t>用户测试与改进</a:t>
            </a:r>
          </a:p>
        </p:txBody>
      </p:sp>
      <p:sp>
        <p:nvSpPr>
          <p:cNvPr id="3" name="文本占位符 2" descr="37ea3959-aa9f-48f9-bb52-b95bf0bf3f55"/>
          <p:cNvSpPr>
            <a:spLocks noGrp="1"/>
          </p:cNvSpPr>
          <p:nvPr>
            <p:ph type="body" idx="1" hasCustomPrompt="1"/>
          </p:nvPr>
        </p:nvSpPr>
        <p:spPr/>
        <p:txBody>
          <a:bodyPr anchorCtr="0"/>
          <a:lstStyle/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lang="en-US" sz="1100" b="0" i="0" u="none">
                <a:solidFill>
                  <a:srgbClr val="000000"/>
                </a:solidFill>
                <a:ea typeface="微软雅黑"/>
              </a:rPr>
              <a:t>展示用户测试情况、反馈及改进措施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9" name="d1c1498a-82c9-4205-83ef-98cb775c6679.source.3.zh-Hans.pptx" descr="76201f70-487b-41ab-b9ab-5d15df7c941c">
            <a:extLst>
              <a:ext uri="{FF2B5EF4-FFF2-40B4-BE49-F238E27FC236}">
                <a16:creationId xmlns:a16="http://schemas.microsoft.com/office/drawing/2014/main" id="{DD551816-32C5-791C-E62B-5759A0570851}"/>
              </a:ext>
            </a:extLst>
          </p:cNvPr>
          <p:cNvGrpSpPr/>
          <p:nvPr/>
        </p:nvGrpSpPr>
        <p:grpSpPr>
          <a:xfrm>
            <a:off x="660400" y="1130300"/>
            <a:ext cx="10858500" cy="4901150"/>
            <a:chOff x="660400" y="1130300"/>
            <a:chExt cx="10858500" cy="4901150"/>
          </a:xfrm>
        </p:grpSpPr>
        <p:grpSp>
          <p:nvGrpSpPr>
            <p:cNvPr id="15" name="组合 14" descr="e2b88441-5129-4587-af00-3ea68cd8d985">
              <a:extLst>
                <a:ext uri="{FF2B5EF4-FFF2-40B4-BE49-F238E27FC236}">
                  <a16:creationId xmlns:a16="http://schemas.microsoft.com/office/drawing/2014/main" id="{831267CC-4102-AE94-77C7-41D32B7B4E22}"/>
                </a:ext>
              </a:extLst>
            </p:cNvPr>
            <p:cNvGrpSpPr/>
            <p:nvPr/>
          </p:nvGrpSpPr>
          <p:grpSpPr>
            <a:xfrm>
              <a:off x="895231" y="2380316"/>
              <a:ext cx="9433266" cy="1067438"/>
              <a:chOff x="895231" y="2380316"/>
              <a:chExt cx="9433266" cy="1067438"/>
            </a:xfrm>
          </p:grpSpPr>
          <p:cxnSp>
            <p:nvCxnSpPr>
              <p:cNvPr id="41" name="直接连接符 40" descr="4d32110d-9a3a-4eb5-ba11-a772c9afcd9d">
                <a:extLst>
                  <a:ext uri="{FF2B5EF4-FFF2-40B4-BE49-F238E27FC236}">
                    <a16:creationId xmlns:a16="http://schemas.microsoft.com/office/drawing/2014/main" id="{800C5CB7-940E-C2EA-7692-0626CC3A28E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95231" y="2480802"/>
                <a:ext cx="1985755" cy="0"/>
              </a:xfrm>
              <a:prstGeom prst="line">
                <a:avLst/>
              </a:prstGeom>
              <a:ln w="12700">
                <a:solidFill>
                  <a:schemeClr val="tx2"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2" name="Text1" descr="d968cd33-f7d2-4306-9d8e-1908aa2be7d5">
                <a:extLst>
                  <a:ext uri="{FF2B5EF4-FFF2-40B4-BE49-F238E27FC236}">
                    <a16:creationId xmlns:a16="http://schemas.microsoft.com/office/drawing/2014/main" id="{7DDC4590-702F-462C-B689-6BBF5861CE17}"/>
                  </a:ext>
                </a:extLst>
              </p:cNvPr>
              <p:cNvSpPr txBox="1"/>
              <p:nvPr/>
            </p:nvSpPr>
            <p:spPr>
              <a:xfrm flipH="1">
                <a:off x="3342427" y="2380316"/>
                <a:ext cx="5891476" cy="1067438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zh-CN"/>
                </a:defPPr>
                <a:lvl1pPr algn="ctr">
                  <a:defRPr sz="1400" b="1"/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000000"/>
                    </a:solidFill>
                    <a:ea typeface="微软雅黑"/>
                  </a:rPr>
                  <a:t>超过10名在校同学参与测试，具有代表性。</a:t>
                </a:r>
              </a:p>
            </p:txBody>
          </p:sp>
          <p:sp>
            <p:nvSpPr>
              <p:cNvPr id="43" name="Bullet1" descr="0920b019-4b9d-4c18-b3de-0ef83d46f12f">
                <a:extLst>
                  <a:ext uri="{FF2B5EF4-FFF2-40B4-BE49-F238E27FC236}">
                    <a16:creationId xmlns:a16="http://schemas.microsoft.com/office/drawing/2014/main" id="{F44A8765-1A77-32AD-B4B4-10F8D705127D}"/>
                  </a:ext>
                </a:extLst>
              </p:cNvPr>
              <p:cNvSpPr txBox="1"/>
              <p:nvPr/>
            </p:nvSpPr>
            <p:spPr>
              <a:xfrm>
                <a:off x="895231" y="2690335"/>
                <a:ext cx="2123740" cy="646331"/>
              </a:xfrm>
              <a:prstGeom prst="rect">
                <a:avLst/>
              </a:prstGeom>
              <a:noFill/>
              <a:ln w="12700" cap="rnd">
                <a:noFill/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zh-CN"/>
                </a:defPPr>
                <a:lvl1pPr algn="ctr" defTabSz="914354">
                  <a:defRPr sz="1400" b="1">
                    <a:solidFill>
                      <a:schemeClr val="tx1">
                        <a:lumMod val="90000"/>
                        <a:lumOff val="10000"/>
                      </a:schemeClr>
                    </a:solidFill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algn="l"/>
                <a:r>
                  <a:rPr lang="en-US" sz="1800" b="1" i="0" u="none">
                    <a:solidFill>
                      <a:srgbClr val="000000"/>
                    </a:solidFill>
                    <a:ea typeface="微软雅黑"/>
                  </a:rPr>
                  <a:t>测试对象</a:t>
                </a:r>
              </a:p>
            </p:txBody>
          </p:sp>
          <p:sp>
            <p:nvSpPr>
              <p:cNvPr id="44" name="Number1" descr="9af163a2-480c-4180-bf14-2615f5367295">
                <a:extLst>
                  <a:ext uri="{FF2B5EF4-FFF2-40B4-BE49-F238E27FC236}">
                    <a16:creationId xmlns:a16="http://schemas.microsoft.com/office/drawing/2014/main" id="{D5DAA4CE-A879-AA05-5D51-940AFAA9D5C1}"/>
                  </a:ext>
                </a:extLst>
              </p:cNvPr>
              <p:cNvSpPr txBox="1"/>
              <p:nvPr/>
            </p:nvSpPr>
            <p:spPr>
              <a:xfrm flipH="1">
                <a:off x="9788497" y="2612317"/>
                <a:ext cx="540000" cy="540000"/>
              </a:xfrm>
              <a:prstGeom prst="ellipse">
                <a:avLst/>
              </a:prstGeom>
              <a:solidFill>
                <a:schemeClr val="tx2">
                  <a:alpha val="80000"/>
                </a:schemeClr>
              </a:solidFill>
              <a:ln w="5715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lnSpcReduction="10000"/>
              </a:bodyPr>
              <a:lstStyle>
                <a:defPPr>
                  <a:defRPr lang="zh-CN"/>
                </a:defPPr>
                <a:lvl1pPr algn="ctr" defTabSz="913765">
                  <a:defRPr sz="2000" b="1">
                    <a:solidFill>
                      <a:schemeClr val="bg1"/>
                    </a:solidFill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r>
                  <a:rPr lang="en-US" sz="2000" b="1" i="0" u="none">
                    <a:solidFill>
                      <a:srgbClr val="FFFFFF"/>
                    </a:solidFill>
                    <a:latin typeface="Arial"/>
                  </a:rPr>
                  <a:t>1</a:t>
                </a:r>
              </a:p>
            </p:txBody>
          </p:sp>
        </p:grpSp>
        <p:grpSp>
          <p:nvGrpSpPr>
            <p:cNvPr id="18" name="组合 17" descr="136b8a51-1fd5-4fff-a0e1-31c99f567be1">
              <a:extLst>
                <a:ext uri="{FF2B5EF4-FFF2-40B4-BE49-F238E27FC236}">
                  <a16:creationId xmlns:a16="http://schemas.microsoft.com/office/drawing/2014/main" id="{273CDD37-168F-0211-1AB4-0F6D9492613D}"/>
                </a:ext>
              </a:extLst>
            </p:cNvPr>
            <p:cNvGrpSpPr/>
            <p:nvPr/>
          </p:nvGrpSpPr>
          <p:grpSpPr>
            <a:xfrm>
              <a:off x="895231" y="3672164"/>
              <a:ext cx="9433266" cy="1067438"/>
              <a:chOff x="895231" y="3672164"/>
              <a:chExt cx="9433266" cy="1067438"/>
            </a:xfrm>
          </p:grpSpPr>
          <p:sp>
            <p:nvSpPr>
              <p:cNvPr id="37" name="Text2" descr="2f2931d1-f687-47d1-83a2-50b60e06c29f">
                <a:extLst>
                  <a:ext uri="{FF2B5EF4-FFF2-40B4-BE49-F238E27FC236}">
                    <a16:creationId xmlns:a16="http://schemas.microsoft.com/office/drawing/2014/main" id="{ECC3BD41-6848-2970-027F-EA4C8B30032F}"/>
                  </a:ext>
                </a:extLst>
              </p:cNvPr>
              <p:cNvSpPr txBox="1"/>
              <p:nvPr/>
            </p:nvSpPr>
            <p:spPr>
              <a:xfrm flipH="1">
                <a:off x="3342427" y="3672164"/>
                <a:ext cx="5891476" cy="1067438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zh-CN"/>
                </a:defPPr>
                <a:lvl1pPr algn="ctr">
                  <a:defRPr sz="1400" b="1"/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000000"/>
                    </a:solidFill>
                    <a:ea typeface="微软雅黑"/>
                  </a:rPr>
                  <a:t>实际安装APK，自由使用核心功能并反馈。</a:t>
                </a:r>
              </a:p>
            </p:txBody>
          </p:sp>
          <p:sp>
            <p:nvSpPr>
              <p:cNvPr id="38" name="Bullet2" descr="7bbbec78-266c-4cfc-942e-aab01cf47694">
                <a:extLst>
                  <a:ext uri="{FF2B5EF4-FFF2-40B4-BE49-F238E27FC236}">
                    <a16:creationId xmlns:a16="http://schemas.microsoft.com/office/drawing/2014/main" id="{2EC92E72-4A4B-D6BC-1B40-FE3088F031A7}"/>
                  </a:ext>
                </a:extLst>
              </p:cNvPr>
              <p:cNvSpPr txBox="1"/>
              <p:nvPr/>
            </p:nvSpPr>
            <p:spPr>
              <a:xfrm>
                <a:off x="895231" y="3975792"/>
                <a:ext cx="2123740" cy="646331"/>
              </a:xfrm>
              <a:prstGeom prst="rect">
                <a:avLst/>
              </a:prstGeom>
              <a:noFill/>
              <a:ln w="12700" cap="rnd">
                <a:noFill/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zh-CN"/>
                </a:defPPr>
                <a:lvl1pPr algn="ctr" defTabSz="914354">
                  <a:defRPr sz="1400" b="1">
                    <a:solidFill>
                      <a:schemeClr val="tx1">
                        <a:lumMod val="90000"/>
                        <a:lumOff val="10000"/>
                      </a:schemeClr>
                    </a:solidFill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algn="l"/>
                <a:r>
                  <a:rPr lang="en-US" sz="1800" b="1" i="0" u="none">
                    <a:solidFill>
                      <a:srgbClr val="000000"/>
                    </a:solidFill>
                    <a:ea typeface="微软雅黑"/>
                  </a:rPr>
                  <a:t>测试方式</a:t>
                </a:r>
              </a:p>
            </p:txBody>
          </p:sp>
          <p:cxnSp>
            <p:nvCxnSpPr>
              <p:cNvPr id="39" name="直接连接符 38" descr="46409e84-1c7d-46a1-9e13-99764fbe077b">
                <a:extLst>
                  <a:ext uri="{FF2B5EF4-FFF2-40B4-BE49-F238E27FC236}">
                    <a16:creationId xmlns:a16="http://schemas.microsoft.com/office/drawing/2014/main" id="{4CCF866F-C53F-1531-C0F9-36F7AD1B6B7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95231" y="3766259"/>
                <a:ext cx="1985755" cy="0"/>
              </a:xfrm>
              <a:prstGeom prst="line">
                <a:avLst/>
              </a:prstGeom>
              <a:ln w="12700">
                <a:solidFill>
                  <a:schemeClr val="tx2"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0" name="Number2" descr="03f8bc8f-693a-4aa7-b667-0a87060c19e5">
                <a:extLst>
                  <a:ext uri="{FF2B5EF4-FFF2-40B4-BE49-F238E27FC236}">
                    <a16:creationId xmlns:a16="http://schemas.microsoft.com/office/drawing/2014/main" id="{98A06F57-A43E-ECEA-E434-30F736F0C78F}"/>
                  </a:ext>
                </a:extLst>
              </p:cNvPr>
              <p:cNvSpPr txBox="1"/>
              <p:nvPr/>
            </p:nvSpPr>
            <p:spPr>
              <a:xfrm flipH="1">
                <a:off x="9788497" y="3917670"/>
                <a:ext cx="540000" cy="540000"/>
              </a:xfrm>
              <a:prstGeom prst="ellipse">
                <a:avLst/>
              </a:prstGeom>
              <a:solidFill>
                <a:schemeClr val="accent1"/>
              </a:solidFill>
              <a:ln w="5715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lnSpcReduction="10000"/>
              </a:bodyPr>
              <a:lstStyle>
                <a:defPPr>
                  <a:defRPr lang="zh-CN"/>
                </a:defPPr>
                <a:lvl1pPr algn="ctr" defTabSz="913765">
                  <a:defRPr sz="2000" b="1">
                    <a:solidFill>
                      <a:schemeClr val="bg1"/>
                    </a:solidFill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r>
                  <a:rPr lang="en-US" sz="2000" b="1" i="0" u="none">
                    <a:solidFill>
                      <a:srgbClr val="FFFFFF"/>
                    </a:solidFill>
                    <a:latin typeface="Arial"/>
                  </a:rPr>
                  <a:t>2</a:t>
                </a:r>
              </a:p>
            </p:txBody>
          </p:sp>
        </p:grpSp>
        <p:grpSp>
          <p:nvGrpSpPr>
            <p:cNvPr id="20" name="组合 19" descr="d345c5de-e836-465a-bb63-647029969c6e">
              <a:extLst>
                <a:ext uri="{FF2B5EF4-FFF2-40B4-BE49-F238E27FC236}">
                  <a16:creationId xmlns:a16="http://schemas.microsoft.com/office/drawing/2014/main" id="{F72AFD57-5853-5D8B-880A-F31E7B103208}"/>
                </a:ext>
              </a:extLst>
            </p:cNvPr>
            <p:cNvGrpSpPr/>
            <p:nvPr/>
          </p:nvGrpSpPr>
          <p:grpSpPr>
            <a:xfrm>
              <a:off x="895231" y="4964012"/>
              <a:ext cx="9433266" cy="1067438"/>
              <a:chOff x="895231" y="4964012"/>
              <a:chExt cx="9433266" cy="1067438"/>
            </a:xfrm>
          </p:grpSpPr>
          <p:sp>
            <p:nvSpPr>
              <p:cNvPr id="33" name="Text3" descr="7cf01915-d3cf-4bae-ba98-1965a7a28224">
                <a:extLst>
                  <a:ext uri="{FF2B5EF4-FFF2-40B4-BE49-F238E27FC236}">
                    <a16:creationId xmlns:a16="http://schemas.microsoft.com/office/drawing/2014/main" id="{A2533CD7-858E-48A5-A9F0-C5A1DB1A719A}"/>
                  </a:ext>
                </a:extLst>
              </p:cNvPr>
              <p:cNvSpPr txBox="1"/>
              <p:nvPr/>
            </p:nvSpPr>
            <p:spPr>
              <a:xfrm flipH="1">
                <a:off x="3342427" y="4964012"/>
                <a:ext cx="5891476" cy="1067438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zh-CN"/>
                </a:defPPr>
                <a:lvl1pPr algn="ctr">
                  <a:defRPr sz="1400" b="1"/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000000"/>
                    </a:solidFill>
                    <a:ea typeface="微软雅黑"/>
                  </a:rPr>
                  <a:t>通过问卷和口头反馈收集用户体验意见。</a:t>
                </a:r>
              </a:p>
            </p:txBody>
          </p:sp>
          <p:sp>
            <p:nvSpPr>
              <p:cNvPr id="34" name="Bullet3" descr="200a0ce4-1224-4798-b0c4-43057cff911a">
                <a:extLst>
                  <a:ext uri="{FF2B5EF4-FFF2-40B4-BE49-F238E27FC236}">
                    <a16:creationId xmlns:a16="http://schemas.microsoft.com/office/drawing/2014/main" id="{61AF03AB-3228-F586-7417-D43276C48391}"/>
                  </a:ext>
                </a:extLst>
              </p:cNvPr>
              <p:cNvSpPr txBox="1"/>
              <p:nvPr/>
            </p:nvSpPr>
            <p:spPr>
              <a:xfrm>
                <a:off x="895231" y="5261249"/>
                <a:ext cx="2123740" cy="646331"/>
              </a:xfrm>
              <a:prstGeom prst="rect">
                <a:avLst/>
              </a:prstGeom>
              <a:noFill/>
              <a:ln w="12700" cap="rnd">
                <a:noFill/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zh-CN"/>
                </a:defPPr>
                <a:lvl1pPr algn="ctr" defTabSz="914354">
                  <a:defRPr sz="1400" b="1">
                    <a:solidFill>
                      <a:schemeClr val="tx1">
                        <a:lumMod val="90000"/>
                        <a:lumOff val="10000"/>
                      </a:schemeClr>
                    </a:solidFill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algn="l"/>
                <a:r>
                  <a:rPr lang="en-US" sz="1800" b="1" i="0" u="none">
                    <a:solidFill>
                      <a:srgbClr val="000000"/>
                    </a:solidFill>
                    <a:ea typeface="微软雅黑"/>
                  </a:rPr>
                  <a:t>反馈形式</a:t>
                </a:r>
              </a:p>
            </p:txBody>
          </p:sp>
          <p:cxnSp>
            <p:nvCxnSpPr>
              <p:cNvPr id="35" name="直接连接符 34" descr="191f23f0-38b4-42e5-9f15-f8b9f21d0734">
                <a:extLst>
                  <a:ext uri="{FF2B5EF4-FFF2-40B4-BE49-F238E27FC236}">
                    <a16:creationId xmlns:a16="http://schemas.microsoft.com/office/drawing/2014/main" id="{7DD08F0B-1E61-CFD0-679D-678008199DE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95231" y="5051716"/>
                <a:ext cx="1985755" cy="0"/>
              </a:xfrm>
              <a:prstGeom prst="line">
                <a:avLst/>
              </a:prstGeom>
              <a:ln w="12700">
                <a:solidFill>
                  <a:schemeClr val="tx2"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" name="Number3" descr="10818cab-56a8-4af9-bf0f-07fa4daf99ca">
                <a:extLst>
                  <a:ext uri="{FF2B5EF4-FFF2-40B4-BE49-F238E27FC236}">
                    <a16:creationId xmlns:a16="http://schemas.microsoft.com/office/drawing/2014/main" id="{E1857FFB-A120-4771-DB8D-CBC7CD4B10BF}"/>
                  </a:ext>
                </a:extLst>
              </p:cNvPr>
              <p:cNvSpPr txBox="1"/>
              <p:nvPr/>
            </p:nvSpPr>
            <p:spPr>
              <a:xfrm flipH="1">
                <a:off x="9788497" y="5223024"/>
                <a:ext cx="540000" cy="540000"/>
              </a:xfrm>
              <a:prstGeom prst="ellipse">
                <a:avLst/>
              </a:prstGeom>
              <a:solidFill>
                <a:schemeClr val="tx2">
                  <a:alpha val="80000"/>
                </a:schemeClr>
              </a:solidFill>
              <a:ln w="5715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lnSpcReduction="10000"/>
              </a:bodyPr>
              <a:lstStyle>
                <a:defPPr>
                  <a:defRPr lang="zh-CN"/>
                </a:defPPr>
                <a:lvl1pPr algn="ctr" defTabSz="913765">
                  <a:defRPr sz="2000" b="1">
                    <a:solidFill>
                      <a:schemeClr val="bg1"/>
                    </a:solidFill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r>
                  <a:rPr lang="en-US" sz="2000" b="1" i="0" u="none">
                    <a:solidFill>
                      <a:srgbClr val="FFFFFF"/>
                    </a:solidFill>
                    <a:latin typeface="Arial"/>
                  </a:rPr>
                  <a:t>3</a:t>
                </a:r>
              </a:p>
            </p:txBody>
          </p:sp>
        </p:grpSp>
        <p:sp>
          <p:nvSpPr>
            <p:cNvPr id="31" name="Title" descr="425789cb-7545-466c-a154-b4a3ef43dbf1">
              <a:extLst>
                <a:ext uri="{FF2B5EF4-FFF2-40B4-BE49-F238E27FC236}">
                  <a16:creationId xmlns:a16="http://schemas.microsoft.com/office/drawing/2014/main" id="{C05C060A-A00C-BAB2-6E28-35646DE1CB1B}"/>
                </a:ext>
              </a:extLst>
            </p:cNvPr>
            <p:cNvSpPr/>
            <p:nvPr/>
          </p:nvSpPr>
          <p:spPr>
            <a:xfrm>
              <a:off x="660400" y="1130300"/>
              <a:ext cx="10858500" cy="1126092"/>
            </a:xfrm>
            <a:prstGeom prst="rect">
              <a:avLst/>
            </a:prstGeom>
          </p:spPr>
          <p:txBody>
            <a:bodyPr wrap="square" anchor="t" anchorCtr="0">
              <a:normAutofit/>
            </a:bodyPr>
            <a:lstStyle/>
            <a:p>
              <a:pPr algn="l"/>
              <a:r>
                <a:rPr lang="en-US" sz="2400" b="1" i="0" u="none">
                  <a:solidFill>
                    <a:srgbClr val="F4945F"/>
                  </a:solidFill>
                  <a:ea typeface="微软雅黑"/>
                </a:rPr>
                <a:t>说明测试对象和方式</a:t>
              </a:r>
            </a:p>
          </p:txBody>
        </p:sp>
      </p:grpSp>
      <p:sp>
        <p:nvSpPr>
          <p:cNvPr id="2" name="标题 1" descr="0726fe45-b043-4457-813b-c150326fe0f6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000000"/>
                </a:solidFill>
                <a:ea typeface="微软雅黑"/>
              </a:rPr>
              <a:t>用户测试情况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8D872A-F60D-C6C8-1596-AF08831C75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0726fe45-b043-4457-813b-c150326fe0f6">
            <a:extLst>
              <a:ext uri="{FF2B5EF4-FFF2-40B4-BE49-F238E27FC236}">
                <a16:creationId xmlns:a16="http://schemas.microsoft.com/office/drawing/2014/main" id="{F82F8501-9A5C-6F65-0752-EC455AAF16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altLang="en-US" dirty="0">
                <a:solidFill>
                  <a:srgbClr val="000000"/>
                </a:solidFill>
                <a:ea typeface="微软雅黑"/>
              </a:rPr>
              <a:t>云平台测试</a:t>
            </a:r>
            <a:r>
              <a:rPr lang="zh-CN" altLang="en-US" sz="2800" b="1" i="0" u="none" dirty="0">
                <a:solidFill>
                  <a:srgbClr val="000000"/>
                </a:solidFill>
                <a:ea typeface="微软雅黑"/>
              </a:rPr>
              <a:t>展示</a:t>
            </a:r>
            <a:endParaRPr lang="en-US" sz="2800" b="1" i="0" u="none" dirty="0">
              <a:solidFill>
                <a:srgbClr val="000000"/>
              </a:solidFill>
              <a:ea typeface="微软雅黑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05888E4-B529-4EEA-0B81-BA7701D93E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7773" y="1101750"/>
            <a:ext cx="8996453" cy="5348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50179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B53DA1-E4FD-9431-CC1E-EC7E942E20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0726fe45-b043-4457-813b-c150326fe0f6">
            <a:extLst>
              <a:ext uri="{FF2B5EF4-FFF2-40B4-BE49-F238E27FC236}">
                <a16:creationId xmlns:a16="http://schemas.microsoft.com/office/drawing/2014/main" id="{B69BABCD-6D01-0448-3CE6-1DEF6F8EA6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altLang="en-US" sz="2800" b="1" i="0" u="none" dirty="0">
                <a:solidFill>
                  <a:srgbClr val="000000"/>
                </a:solidFill>
                <a:ea typeface="微软雅黑"/>
              </a:rPr>
              <a:t>测试中发现的问题</a:t>
            </a:r>
            <a:endParaRPr lang="en-US" sz="2800" b="1" i="0" u="none" dirty="0">
              <a:solidFill>
                <a:srgbClr val="000000"/>
              </a:solidFill>
              <a:ea typeface="微软雅黑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9E37AFA-B472-F808-5D99-A0F5DCE293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1102" y="1028699"/>
            <a:ext cx="9217544" cy="5709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10605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d1bfab2b-e5ff-4f9e-8eb3-69968c127b84.source.4.zh-Hans.pptx" descr="ffcec342-4608-46de-a215-f345d8c82f22">
            <a:extLst>
              <a:ext uri="{FF2B5EF4-FFF2-40B4-BE49-F238E27FC236}">
                <a16:creationId xmlns:a16="http://schemas.microsoft.com/office/drawing/2014/main" id="{3CE4ADBA-89A9-39D9-EC2F-4F72C2BA865B}"/>
              </a:ext>
            </a:extLst>
          </p:cNvPr>
          <p:cNvGrpSpPr/>
          <p:nvPr/>
        </p:nvGrpSpPr>
        <p:grpSpPr>
          <a:xfrm>
            <a:off x="723900" y="1219200"/>
            <a:ext cx="10159690" cy="4808697"/>
            <a:chOff x="723900" y="1219200"/>
            <a:chExt cx="10159690" cy="4808697"/>
          </a:xfrm>
        </p:grpSpPr>
        <p:cxnSp>
          <p:nvCxnSpPr>
            <p:cNvPr id="21" name="直接连接符 20" descr="04172194-3bd1-4ee1-9ec3-c93152e86d42">
              <a:extLst>
                <a:ext uri="{FF2B5EF4-FFF2-40B4-BE49-F238E27FC236}">
                  <a16:creationId xmlns:a16="http://schemas.microsoft.com/office/drawing/2014/main" id="{809792B1-2410-40E2-8064-0D256051775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356892" y="3793538"/>
              <a:ext cx="6344548" cy="0"/>
            </a:xfrm>
            <a:prstGeom prst="line">
              <a:avLst/>
            </a:prstGeom>
            <a:ln w="12700" cap="rnd">
              <a:solidFill>
                <a:schemeClr val="tx1">
                  <a:lumMod val="50000"/>
                  <a:lumOff val="50000"/>
                  <a:alpha val="20000"/>
                </a:schemeClr>
              </a:solidFill>
              <a:round/>
              <a:head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" name="组合 2" descr="e22a042b-4303-4e88-ab9b-53a8c31aac1d">
              <a:extLst>
                <a:ext uri="{FF2B5EF4-FFF2-40B4-BE49-F238E27FC236}">
                  <a16:creationId xmlns:a16="http://schemas.microsoft.com/office/drawing/2014/main" id="{0B4BA40E-3942-B3DE-105B-4FC1BF2DFAB2}"/>
                </a:ext>
              </a:extLst>
            </p:cNvPr>
            <p:cNvGrpSpPr/>
            <p:nvPr/>
          </p:nvGrpSpPr>
          <p:grpSpPr>
            <a:xfrm>
              <a:off x="2222810" y="3523538"/>
              <a:ext cx="2424590" cy="2504359"/>
              <a:chOff x="1765610" y="3383838"/>
              <a:chExt cx="2424590" cy="2504359"/>
            </a:xfrm>
          </p:grpSpPr>
          <p:sp>
            <p:nvSpPr>
              <p:cNvPr id="22" name="矩形: 圆角 21" descr="fb1b2522-5cd5-4c8d-8da4-efe485e963fb">
                <a:extLst>
                  <a:ext uri="{FF2B5EF4-FFF2-40B4-BE49-F238E27FC236}">
                    <a16:creationId xmlns:a16="http://schemas.microsoft.com/office/drawing/2014/main" id="{89DEF01A-BCC0-46D8-A01A-2D304B2C7C5F}"/>
                  </a:ext>
                </a:extLst>
              </p:cNvPr>
              <p:cNvSpPr/>
              <p:nvPr/>
            </p:nvSpPr>
            <p:spPr>
              <a:xfrm>
                <a:off x="1765610" y="4237115"/>
                <a:ext cx="2424590" cy="1651082"/>
              </a:xfrm>
              <a:prstGeom prst="roundRect">
                <a:avLst>
                  <a:gd name="adj" fmla="val 8000"/>
                </a:avLst>
              </a:prstGeom>
              <a:solidFill>
                <a:schemeClr val="accent1">
                  <a:alpha val="14000"/>
                </a:schemeClr>
              </a:solidFill>
              <a:ln w="38100">
                <a:noFill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80000" tIns="45720" rIns="180000" bIns="45720" numCol="1" spcCol="0" rtlCol="0" fromWordArt="0" anchor="ctr" anchorCtr="0" forceAA="0" compatLnSpc="1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l"/>
                <a:endParaRPr/>
              </a:p>
            </p:txBody>
          </p:sp>
          <p:sp>
            <p:nvSpPr>
              <p:cNvPr id="24" name="Number1" descr="8cb912d2-1261-474d-bdad-d9a503926278">
                <a:extLst>
                  <a:ext uri="{FF2B5EF4-FFF2-40B4-BE49-F238E27FC236}">
                    <a16:creationId xmlns:a16="http://schemas.microsoft.com/office/drawing/2014/main" id="{EDC84004-A7EE-493F-9C8D-559C30A8EE73}"/>
                  </a:ext>
                </a:extLst>
              </p:cNvPr>
              <p:cNvSpPr/>
              <p:nvPr/>
            </p:nvSpPr>
            <p:spPr>
              <a:xfrm>
                <a:off x="2707903" y="3383838"/>
                <a:ext cx="540002" cy="540000"/>
              </a:xfrm>
              <a:prstGeom prst="roundRect">
                <a:avLst>
                  <a:gd name="adj" fmla="val 30000"/>
                </a:avLst>
              </a:prstGeom>
              <a:solidFill>
                <a:schemeClr val="accent1"/>
              </a:solidFill>
              <a:ln w="12700" cap="rnd">
                <a:noFill/>
                <a:prstDash val="solid"/>
                <a:round/>
                <a:headEnd/>
                <a:tailEnd/>
              </a:ln>
              <a:effectLst>
                <a:outerShdw blurRad="254000" dist="127000" algn="ctr" rotWithShape="0">
                  <a:schemeClr val="accent1">
                    <a:alpha val="32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r>
                  <a:rPr lang="en-US" sz="1600" b="1" i="0" u="none">
                    <a:solidFill>
                      <a:srgbClr val="FFFFFF"/>
                    </a:solidFill>
                    <a:latin typeface="Calibri"/>
                  </a:rPr>
                  <a:t>01</a:t>
                </a:r>
              </a:p>
            </p:txBody>
          </p:sp>
          <p:sp>
            <p:nvSpPr>
              <p:cNvPr id="31" name="Text1" descr="0020d3da-0719-4b2c-ade1-63c8a06f7d75">
                <a:extLst>
                  <a:ext uri="{FF2B5EF4-FFF2-40B4-BE49-F238E27FC236}">
                    <a16:creationId xmlns:a16="http://schemas.microsoft.com/office/drawing/2014/main" id="{BC7FD410-4040-448D-8000-011CB533D452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1970384" y="4972565"/>
                <a:ext cx="2015040" cy="915632"/>
              </a:xfrm>
              <a:prstGeom prst="rect">
                <a:avLst/>
              </a:prstGeom>
              <a:noFill/>
              <a:ln w="5715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0000" tIns="0" rIns="90000" bIns="0" numCol="1" spcCol="0" rtlCol="0" fromWordArt="0" anchor="t" anchorCtr="1" forceAA="0" compatLnSpc="1">
                <a:norm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000000"/>
                    </a:solidFill>
                    <a:ea typeface="微软雅黑"/>
                  </a:rPr>
                  <a:t>用户认为游戏化设计有趣，任务反馈清晰，界面直观。</a:t>
                </a:r>
              </a:p>
            </p:txBody>
          </p:sp>
          <p:sp>
            <p:nvSpPr>
              <p:cNvPr id="32" name="Bullet1" descr="af866c19-8cb3-4da7-9a1b-770af14f6118">
                <a:extLst>
                  <a:ext uri="{FF2B5EF4-FFF2-40B4-BE49-F238E27FC236}">
                    <a16:creationId xmlns:a16="http://schemas.microsoft.com/office/drawing/2014/main" id="{B42EA734-A34F-47C5-9872-CEFE055957C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70383" y="4193837"/>
                <a:ext cx="2015040" cy="678759"/>
              </a:xfrm>
              <a:prstGeom prst="rect">
                <a:avLst/>
              </a:prstGeom>
              <a:noFill/>
            </p:spPr>
            <p:txBody>
              <a:bodyPr wrap="square" anchor="b" anchorCtr="1">
                <a:normAutofit/>
              </a:bodyPr>
              <a:lstStyle/>
              <a:p>
                <a:pPr algn="ctr"/>
                <a:r>
                  <a:rPr lang="en-US" sz="1800" b="1" i="0" u="none">
                    <a:solidFill>
                      <a:srgbClr val="000000"/>
                    </a:solidFill>
                    <a:ea typeface="微软雅黑"/>
                  </a:rPr>
                  <a:t>正向反馈</a:t>
                </a:r>
              </a:p>
            </p:txBody>
          </p:sp>
        </p:grpSp>
        <p:grpSp>
          <p:nvGrpSpPr>
            <p:cNvPr id="4" name="组合 3" descr="b6d8386f-1868-44bf-a48c-1d2a61357a14">
              <a:extLst>
                <a:ext uri="{FF2B5EF4-FFF2-40B4-BE49-F238E27FC236}">
                  <a16:creationId xmlns:a16="http://schemas.microsoft.com/office/drawing/2014/main" id="{DAAC157E-618C-E77C-5C27-CC884F385E70}"/>
                </a:ext>
              </a:extLst>
            </p:cNvPr>
            <p:cNvGrpSpPr/>
            <p:nvPr/>
          </p:nvGrpSpPr>
          <p:grpSpPr>
            <a:xfrm>
              <a:off x="4301539" y="1559179"/>
              <a:ext cx="2424590" cy="2504359"/>
              <a:chOff x="3844339" y="1419479"/>
              <a:chExt cx="2424590" cy="2504359"/>
            </a:xfrm>
          </p:grpSpPr>
          <p:sp>
            <p:nvSpPr>
              <p:cNvPr id="28" name="Number2" descr="ae869f08-75e9-419e-bf90-37db2c48d592">
                <a:extLst>
                  <a:ext uri="{FF2B5EF4-FFF2-40B4-BE49-F238E27FC236}">
                    <a16:creationId xmlns:a16="http://schemas.microsoft.com/office/drawing/2014/main" id="{E8D2FB9F-2715-4240-99BA-0C847C581CBA}"/>
                  </a:ext>
                </a:extLst>
              </p:cNvPr>
              <p:cNvSpPr/>
              <p:nvPr/>
            </p:nvSpPr>
            <p:spPr>
              <a:xfrm>
                <a:off x="4786633" y="3383838"/>
                <a:ext cx="540002" cy="540000"/>
              </a:xfrm>
              <a:prstGeom prst="roundRect">
                <a:avLst>
                  <a:gd name="adj" fmla="val 30000"/>
                </a:avLst>
              </a:prstGeom>
              <a:solidFill>
                <a:schemeClr val="accent5"/>
              </a:solidFill>
              <a:ln w="12700" cap="rnd">
                <a:noFill/>
                <a:prstDash val="solid"/>
                <a:round/>
                <a:headEnd/>
                <a:tailEnd/>
              </a:ln>
              <a:effectLst>
                <a:outerShdw blurRad="254000" dist="127000" algn="ctr" rotWithShape="0">
                  <a:schemeClr val="accent5">
                    <a:alpha val="32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r>
                  <a:rPr lang="en-US" sz="1600" b="1" i="0" u="none">
                    <a:solidFill>
                      <a:srgbClr val="FFFFFF"/>
                    </a:solidFill>
                    <a:latin typeface="Calibri"/>
                  </a:rPr>
                  <a:t>02</a:t>
                </a:r>
              </a:p>
            </p:txBody>
          </p:sp>
          <p:sp>
            <p:nvSpPr>
              <p:cNvPr id="41" name="矩形: 圆角 40" descr="76815be1-22ef-4eb9-81bc-14b7436f6640">
                <a:extLst>
                  <a:ext uri="{FF2B5EF4-FFF2-40B4-BE49-F238E27FC236}">
                    <a16:creationId xmlns:a16="http://schemas.microsoft.com/office/drawing/2014/main" id="{2E0B4D9D-4F2A-4044-9F04-3A5E1A16EF93}"/>
                  </a:ext>
                </a:extLst>
              </p:cNvPr>
              <p:cNvSpPr/>
              <p:nvPr/>
            </p:nvSpPr>
            <p:spPr>
              <a:xfrm>
                <a:off x="3844339" y="1419479"/>
                <a:ext cx="2424590" cy="1651082"/>
              </a:xfrm>
              <a:prstGeom prst="roundRect">
                <a:avLst>
                  <a:gd name="adj" fmla="val 8000"/>
                </a:avLst>
              </a:prstGeom>
              <a:solidFill>
                <a:schemeClr val="accent5">
                  <a:alpha val="14000"/>
                </a:schemeClr>
              </a:solidFill>
              <a:ln w="38100">
                <a:noFill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80000" tIns="45720" rIns="180000" bIns="45720" numCol="1" spcCol="0" rtlCol="0" fromWordArt="0" anchor="ctr" anchorCtr="0" forceAA="0" compatLnSpc="1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l"/>
                <a:endParaRPr/>
              </a:p>
            </p:txBody>
          </p:sp>
          <p:sp>
            <p:nvSpPr>
              <p:cNvPr id="43" name="Text2" descr="febfea74-e1e6-4c38-b993-3842704f770c">
                <a:extLst>
                  <a:ext uri="{FF2B5EF4-FFF2-40B4-BE49-F238E27FC236}">
                    <a16:creationId xmlns:a16="http://schemas.microsoft.com/office/drawing/2014/main" id="{90598845-9698-4A6B-9652-1BCB981D4D4D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4049113" y="2170467"/>
                <a:ext cx="2015040" cy="900094"/>
              </a:xfrm>
              <a:prstGeom prst="rect">
                <a:avLst/>
              </a:prstGeom>
              <a:noFill/>
              <a:ln w="5715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0000" tIns="0" rIns="90000" bIns="0" numCol="1" spcCol="0" rtlCol="0" fromWordArt="0" anchor="t" anchorCtr="1" forceAA="0" compatLnSpc="1">
                <a:norm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000000"/>
                    </a:solidFill>
                    <a:ea typeface="微软雅黑"/>
                  </a:rPr>
                  <a:t>存在部分流程不清晰、引导不足和交互问题。</a:t>
                </a:r>
              </a:p>
            </p:txBody>
          </p:sp>
          <p:sp>
            <p:nvSpPr>
              <p:cNvPr id="44" name="Bullet2" descr="d4234a80-d61e-404d-8637-4bc5cb92db40">
                <a:extLst>
                  <a:ext uri="{FF2B5EF4-FFF2-40B4-BE49-F238E27FC236}">
                    <a16:creationId xmlns:a16="http://schemas.microsoft.com/office/drawing/2014/main" id="{2BC94E7A-CCBB-44FD-B47C-1E0E2389847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049112" y="1448431"/>
                <a:ext cx="2015040" cy="678759"/>
              </a:xfrm>
              <a:prstGeom prst="rect">
                <a:avLst/>
              </a:prstGeom>
              <a:noFill/>
            </p:spPr>
            <p:txBody>
              <a:bodyPr wrap="square" anchor="b" anchorCtr="1">
                <a:normAutofit/>
              </a:bodyPr>
              <a:lstStyle/>
              <a:p>
                <a:pPr algn="ctr"/>
                <a:r>
                  <a:rPr lang="en-US" sz="1800" b="1" i="0" u="none">
                    <a:solidFill>
                      <a:srgbClr val="000000"/>
                    </a:solidFill>
                    <a:ea typeface="微软雅黑"/>
                  </a:rPr>
                  <a:t>问题反馈</a:t>
                </a:r>
              </a:p>
            </p:txBody>
          </p:sp>
        </p:grpSp>
        <p:grpSp>
          <p:nvGrpSpPr>
            <p:cNvPr id="5" name="组合 4" descr="610611e3-a4bb-4f6d-8b7c-08a2b9f3e764">
              <a:extLst>
                <a:ext uri="{FF2B5EF4-FFF2-40B4-BE49-F238E27FC236}">
                  <a16:creationId xmlns:a16="http://schemas.microsoft.com/office/drawing/2014/main" id="{314E38C9-B8BD-FED3-1C2A-B495B595C1BC}"/>
                </a:ext>
              </a:extLst>
            </p:cNvPr>
            <p:cNvGrpSpPr/>
            <p:nvPr/>
          </p:nvGrpSpPr>
          <p:grpSpPr>
            <a:xfrm>
              <a:off x="6380270" y="3523538"/>
              <a:ext cx="2424590" cy="2504359"/>
              <a:chOff x="5923070" y="3383838"/>
              <a:chExt cx="2424590" cy="2504359"/>
            </a:xfrm>
          </p:grpSpPr>
          <p:sp>
            <p:nvSpPr>
              <p:cNvPr id="29" name="Number3" descr="18ff5c65-328d-4c30-879e-e43d9a66902a">
                <a:extLst>
                  <a:ext uri="{FF2B5EF4-FFF2-40B4-BE49-F238E27FC236}">
                    <a16:creationId xmlns:a16="http://schemas.microsoft.com/office/drawing/2014/main" id="{E7E81545-1541-4E5F-B3AA-39C10047C017}"/>
                  </a:ext>
                </a:extLst>
              </p:cNvPr>
              <p:cNvSpPr/>
              <p:nvPr/>
            </p:nvSpPr>
            <p:spPr>
              <a:xfrm>
                <a:off x="6865363" y="3383838"/>
                <a:ext cx="540002" cy="540000"/>
              </a:xfrm>
              <a:prstGeom prst="roundRect">
                <a:avLst>
                  <a:gd name="adj" fmla="val 30000"/>
                </a:avLst>
              </a:prstGeom>
              <a:solidFill>
                <a:schemeClr val="accent6"/>
              </a:solidFill>
              <a:ln w="12700" cap="rnd">
                <a:noFill/>
                <a:prstDash val="solid"/>
                <a:round/>
                <a:headEnd/>
                <a:tailEnd/>
              </a:ln>
              <a:effectLst>
                <a:outerShdw blurRad="254000" dist="127000" algn="ctr" rotWithShape="0">
                  <a:schemeClr val="accent6">
                    <a:alpha val="32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r>
                  <a:rPr lang="en-US" sz="1600" b="1" i="0" u="none">
                    <a:solidFill>
                      <a:srgbClr val="FFFFFF"/>
                    </a:solidFill>
                    <a:latin typeface="Calibri"/>
                  </a:rPr>
                  <a:t>03</a:t>
                </a:r>
              </a:p>
            </p:txBody>
          </p:sp>
          <p:sp>
            <p:nvSpPr>
              <p:cNvPr id="45" name="矩形: 圆角 44" descr="60d34878-f26c-4563-be76-9169913c8342">
                <a:extLst>
                  <a:ext uri="{FF2B5EF4-FFF2-40B4-BE49-F238E27FC236}">
                    <a16:creationId xmlns:a16="http://schemas.microsoft.com/office/drawing/2014/main" id="{78D875F4-C3FE-42AE-B909-728BD22616D1}"/>
                  </a:ext>
                </a:extLst>
              </p:cNvPr>
              <p:cNvSpPr/>
              <p:nvPr/>
            </p:nvSpPr>
            <p:spPr>
              <a:xfrm>
                <a:off x="5923070" y="4237115"/>
                <a:ext cx="2424590" cy="1651082"/>
              </a:xfrm>
              <a:prstGeom prst="roundRect">
                <a:avLst>
                  <a:gd name="adj" fmla="val 8000"/>
                </a:avLst>
              </a:prstGeom>
              <a:solidFill>
                <a:schemeClr val="accent6">
                  <a:alpha val="14000"/>
                </a:schemeClr>
              </a:solidFill>
              <a:ln w="38100">
                <a:noFill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80000" tIns="45720" rIns="180000" bIns="45720" numCol="1" spcCol="0" rtlCol="0" fromWordArt="0" anchor="ctr" anchorCtr="0" forceAA="0" compatLnSpc="1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l"/>
                <a:endParaRPr/>
              </a:p>
            </p:txBody>
          </p:sp>
          <p:sp>
            <p:nvSpPr>
              <p:cNvPr id="47" name="Text3" descr="12816d51-770f-4873-a4d3-8120f8d20975">
                <a:extLst>
                  <a:ext uri="{FF2B5EF4-FFF2-40B4-BE49-F238E27FC236}">
                    <a16:creationId xmlns:a16="http://schemas.microsoft.com/office/drawing/2014/main" id="{F58A714B-BA83-4DCD-B956-AE0F770E1787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6127844" y="4972565"/>
                <a:ext cx="2015040" cy="915632"/>
              </a:xfrm>
              <a:prstGeom prst="rect">
                <a:avLst/>
              </a:prstGeom>
              <a:noFill/>
              <a:ln w="5715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0000" tIns="0" rIns="90000" bIns="0" numCol="1" spcCol="0" rtlCol="0" fromWordArt="0" anchor="t" anchorCtr="1" forceAA="0" compatLnSpc="1">
                <a:norm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000000"/>
                    </a:solidFill>
                    <a:ea typeface="微软雅黑"/>
                  </a:rPr>
                  <a:t>优化页面跳转、增强反馈、调整布局并修复Bug。</a:t>
                </a:r>
              </a:p>
            </p:txBody>
          </p:sp>
          <p:sp>
            <p:nvSpPr>
              <p:cNvPr id="48" name="Bullet3" descr="a95fef70-5355-4c53-9e50-c5bb976040c9">
                <a:extLst>
                  <a:ext uri="{FF2B5EF4-FFF2-40B4-BE49-F238E27FC236}">
                    <a16:creationId xmlns:a16="http://schemas.microsoft.com/office/drawing/2014/main" id="{3BCB6B28-6F4A-42B1-91D9-9E64E35E526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127843" y="4193837"/>
                <a:ext cx="2015040" cy="678759"/>
              </a:xfrm>
              <a:prstGeom prst="rect">
                <a:avLst/>
              </a:prstGeom>
              <a:noFill/>
            </p:spPr>
            <p:txBody>
              <a:bodyPr wrap="square" anchor="b" anchorCtr="1">
                <a:normAutofit/>
              </a:bodyPr>
              <a:lstStyle/>
              <a:p>
                <a:pPr algn="ctr"/>
                <a:r>
                  <a:rPr lang="en-US" sz="1800" b="1" i="0" u="none">
                    <a:solidFill>
                      <a:srgbClr val="000000"/>
                    </a:solidFill>
                    <a:ea typeface="微软雅黑"/>
                  </a:rPr>
                  <a:t>改进措施</a:t>
                </a:r>
              </a:p>
            </p:txBody>
          </p:sp>
        </p:grpSp>
        <p:grpSp>
          <p:nvGrpSpPr>
            <p:cNvPr id="6" name="组合 5" descr="b60ed7a5-1434-481d-b7b8-f8356338b32e">
              <a:extLst>
                <a:ext uri="{FF2B5EF4-FFF2-40B4-BE49-F238E27FC236}">
                  <a16:creationId xmlns:a16="http://schemas.microsoft.com/office/drawing/2014/main" id="{C810CC78-E060-B203-80D5-DCE16E02628B}"/>
                </a:ext>
              </a:extLst>
            </p:cNvPr>
            <p:cNvGrpSpPr/>
            <p:nvPr/>
          </p:nvGrpSpPr>
          <p:grpSpPr>
            <a:xfrm>
              <a:off x="8459000" y="1602456"/>
              <a:ext cx="2424590" cy="2461082"/>
              <a:chOff x="8001800" y="1462756"/>
              <a:chExt cx="2424590" cy="2461082"/>
            </a:xfrm>
          </p:grpSpPr>
          <p:sp>
            <p:nvSpPr>
              <p:cNvPr id="26" name="Number4" descr="45965be6-9239-4d0f-b8bc-59a4aa6e54ad">
                <a:extLst>
                  <a:ext uri="{FF2B5EF4-FFF2-40B4-BE49-F238E27FC236}">
                    <a16:creationId xmlns:a16="http://schemas.microsoft.com/office/drawing/2014/main" id="{2D948FF1-18F5-4ED9-B1AB-0E03E83D1B5F}"/>
                  </a:ext>
                </a:extLst>
              </p:cNvPr>
              <p:cNvSpPr/>
              <p:nvPr/>
            </p:nvSpPr>
            <p:spPr>
              <a:xfrm>
                <a:off x="8944093" y="3383838"/>
                <a:ext cx="540002" cy="540000"/>
              </a:xfrm>
              <a:prstGeom prst="roundRect">
                <a:avLst>
                  <a:gd name="adj" fmla="val 30000"/>
                </a:avLst>
              </a:prstGeom>
              <a:solidFill>
                <a:schemeClr val="accent3"/>
              </a:solidFill>
              <a:ln w="12700" cap="rnd">
                <a:noFill/>
                <a:prstDash val="solid"/>
                <a:round/>
                <a:headEnd/>
                <a:tailEnd/>
              </a:ln>
              <a:effectLst>
                <a:outerShdw blurRad="254000" dist="127000" algn="ctr" rotWithShape="0">
                  <a:schemeClr val="accent3">
                    <a:alpha val="32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r>
                  <a:rPr lang="en-US" sz="1600" b="1" i="0" u="none">
                    <a:solidFill>
                      <a:srgbClr val="FFFFFF"/>
                    </a:solidFill>
                    <a:latin typeface="Calibri"/>
                  </a:rPr>
                  <a:t>04</a:t>
                </a:r>
              </a:p>
            </p:txBody>
          </p:sp>
          <p:sp>
            <p:nvSpPr>
              <p:cNvPr id="49" name="矩形: 圆角 48" descr="f4a2bd1b-1008-474f-850c-7e59a90a18e2">
                <a:extLst>
                  <a:ext uri="{FF2B5EF4-FFF2-40B4-BE49-F238E27FC236}">
                    <a16:creationId xmlns:a16="http://schemas.microsoft.com/office/drawing/2014/main" id="{AF6E4F2D-F1AB-4017-A1E3-F4406D72F558}"/>
                  </a:ext>
                </a:extLst>
              </p:cNvPr>
              <p:cNvSpPr/>
              <p:nvPr/>
            </p:nvSpPr>
            <p:spPr>
              <a:xfrm>
                <a:off x="8001800" y="1462756"/>
                <a:ext cx="2424590" cy="1651082"/>
              </a:xfrm>
              <a:prstGeom prst="roundRect">
                <a:avLst>
                  <a:gd name="adj" fmla="val 8000"/>
                </a:avLst>
              </a:prstGeom>
              <a:solidFill>
                <a:schemeClr val="accent3">
                  <a:alpha val="14000"/>
                </a:schemeClr>
              </a:solidFill>
              <a:ln w="38100">
                <a:noFill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80000" tIns="45720" rIns="180000" bIns="45720" numCol="1" spcCol="0" rtlCol="0" fromWordArt="0" anchor="ctr" anchorCtr="0" forceAA="0" compatLnSpc="1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l"/>
                <a:endParaRPr/>
              </a:p>
            </p:txBody>
          </p:sp>
          <p:sp>
            <p:nvSpPr>
              <p:cNvPr id="51" name="Text4" descr="a8133470-0ba3-486b-8ad9-378e70fd530f">
                <a:extLst>
                  <a:ext uri="{FF2B5EF4-FFF2-40B4-BE49-F238E27FC236}">
                    <a16:creationId xmlns:a16="http://schemas.microsoft.com/office/drawing/2014/main" id="{5F1B054C-7D3B-4E6B-A2F6-2A46D519DB1F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8206574" y="2213744"/>
                <a:ext cx="2015040" cy="900094"/>
              </a:xfrm>
              <a:prstGeom prst="rect">
                <a:avLst/>
              </a:prstGeom>
              <a:noFill/>
              <a:ln w="5715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0000" tIns="0" rIns="90000" bIns="0" numCol="1" spcCol="0" rtlCol="0" fromWordArt="0" anchor="t" anchorCtr="1" forceAA="0" compatLnSpc="1">
                <a:norm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000000"/>
                    </a:solidFill>
                    <a:ea typeface="微软雅黑"/>
                  </a:rPr>
                  <a:t>使用流畅度提升，理解成本降低，体验更完整。</a:t>
                </a:r>
              </a:p>
            </p:txBody>
          </p:sp>
          <p:sp>
            <p:nvSpPr>
              <p:cNvPr id="52" name="Bullet4" descr="c49b4169-3c6d-4314-8fa8-f0385090ba99">
                <a:extLst>
                  <a:ext uri="{FF2B5EF4-FFF2-40B4-BE49-F238E27FC236}">
                    <a16:creationId xmlns:a16="http://schemas.microsoft.com/office/drawing/2014/main" id="{596D4ADB-11D0-4D0A-8B11-B2BEA1E4BA7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206573" y="1491708"/>
                <a:ext cx="2015040" cy="678759"/>
              </a:xfrm>
              <a:prstGeom prst="rect">
                <a:avLst/>
              </a:prstGeom>
              <a:noFill/>
            </p:spPr>
            <p:txBody>
              <a:bodyPr wrap="square" anchor="b" anchorCtr="1">
                <a:normAutofit/>
              </a:bodyPr>
              <a:lstStyle/>
              <a:p>
                <a:pPr algn="ctr"/>
                <a:r>
                  <a:rPr lang="en-US" sz="1800" b="1" i="0" u="none">
                    <a:solidFill>
                      <a:srgbClr val="000000"/>
                    </a:solidFill>
                    <a:ea typeface="微软雅黑"/>
                  </a:rPr>
                  <a:t>改进结果</a:t>
                </a:r>
              </a:p>
            </p:txBody>
          </p:sp>
        </p:grpSp>
        <p:sp>
          <p:nvSpPr>
            <p:cNvPr id="7" name="Title" descr="2c3e4689-ddeb-47a1-8e1a-dab93ec0d362">
              <a:extLst>
                <a:ext uri="{FF2B5EF4-FFF2-40B4-BE49-F238E27FC236}">
                  <a16:creationId xmlns:a16="http://schemas.microsoft.com/office/drawing/2014/main" id="{42EC4F17-D0E9-630E-25A5-46951818F037}"/>
                </a:ext>
              </a:extLst>
            </p:cNvPr>
            <p:cNvSpPr txBox="1"/>
            <p:nvPr/>
          </p:nvSpPr>
          <p:spPr>
            <a:xfrm>
              <a:off x="723900" y="1219200"/>
              <a:ext cx="3314700" cy="1498600"/>
            </a:xfrm>
            <a:prstGeom prst="rect">
              <a:avLst/>
            </a:prstGeom>
            <a:noFill/>
          </p:spPr>
          <p:txBody>
            <a:bodyPr vert="horz" wrap="square" rtlCol="0" anchor="t" anchorCtr="0">
              <a:normAutofit/>
            </a:bodyPr>
            <a:lstStyle/>
            <a:p>
              <a:pPr algn="l"/>
              <a:r>
                <a:rPr lang="en-US" sz="2400" b="1" i="0" u="none">
                  <a:solidFill>
                    <a:srgbClr val="000000"/>
                  </a:solidFill>
                  <a:ea typeface="微软雅黑"/>
                </a:rPr>
                <a:t>总结反馈并说明改进措施和结果</a:t>
              </a:r>
            </a:p>
          </p:txBody>
        </p:sp>
      </p:grpSp>
      <p:sp>
        <p:nvSpPr>
          <p:cNvPr id="2" name="标题 1" descr="0726fe45-b043-4457-813b-c150326fe0f6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000000"/>
                </a:solidFill>
                <a:ea typeface="微软雅黑"/>
              </a:rPr>
              <a:t>反馈总结与改进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86C0A7-07DE-E124-3542-8DB62A16E5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组合 67" descr="db606fa0-721a-42fa-a67b-ea4259fed672">
            <a:extLst>
              <a:ext uri="{FF2B5EF4-FFF2-40B4-BE49-F238E27FC236}">
                <a16:creationId xmlns:a16="http://schemas.microsoft.com/office/drawing/2014/main" id="{A51B1019-6C6F-3211-D174-19A592C9294A}"/>
              </a:ext>
            </a:extLst>
          </p:cNvPr>
          <p:cNvGrpSpPr/>
          <p:nvPr/>
        </p:nvGrpSpPr>
        <p:grpSpPr>
          <a:xfrm>
            <a:off x="782549" y="1423613"/>
            <a:ext cx="10626901" cy="2636322"/>
            <a:chOff x="747485" y="1395038"/>
            <a:chExt cx="10626901" cy="2636322"/>
          </a:xfrm>
        </p:grpSpPr>
        <p:grpSp>
          <p:nvGrpSpPr>
            <p:cNvPr id="4" name="组合 3" descr="b9b8d88f-9b62-4dac-a6d4-98559a404e36">
              <a:extLst>
                <a:ext uri="{FF2B5EF4-FFF2-40B4-BE49-F238E27FC236}">
                  <a16:creationId xmlns:a16="http://schemas.microsoft.com/office/drawing/2014/main" id="{7200F6AC-B4DF-345B-5A50-3A5E8ADF68A5}"/>
                </a:ext>
              </a:extLst>
            </p:cNvPr>
            <p:cNvGrpSpPr/>
            <p:nvPr/>
          </p:nvGrpSpPr>
          <p:grpSpPr>
            <a:xfrm>
              <a:off x="747485" y="1395038"/>
              <a:ext cx="2387601" cy="2636322"/>
              <a:chOff x="660401" y="979568"/>
              <a:chExt cx="2387601" cy="2636322"/>
            </a:xfrm>
          </p:grpSpPr>
          <p:sp>
            <p:nvSpPr>
              <p:cNvPr id="18" name="Bullet1" descr="9d966a23-cc4d-4cf7-a431-f37bd59bfc7d">
                <a:extLst>
                  <a:ext uri="{FF2B5EF4-FFF2-40B4-BE49-F238E27FC236}">
                    <a16:creationId xmlns:a16="http://schemas.microsoft.com/office/drawing/2014/main" id="{B391B31A-E6F9-89E6-0507-084A588F0EE9}"/>
                  </a:ext>
                </a:extLst>
              </p:cNvPr>
              <p:cNvSpPr/>
              <p:nvPr/>
            </p:nvSpPr>
            <p:spPr>
              <a:xfrm>
                <a:off x="660401" y="979568"/>
                <a:ext cx="2387601" cy="49510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08000" tIns="108000" rIns="108000" bIns="108000" rtlCol="0" anchor="ctr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l"/>
                <a:r>
                  <a:rPr lang="zh-CN" altLang="en-US" sz="1800" b="1" i="0" u="none" dirty="0">
                    <a:solidFill>
                      <a:srgbClr val="000000"/>
                    </a:solidFill>
                    <a:ea typeface="微软雅黑"/>
                  </a:rPr>
                  <a:t>李建峰</a:t>
                </a:r>
              </a:p>
            </p:txBody>
          </p:sp>
          <p:sp>
            <p:nvSpPr>
              <p:cNvPr id="19" name="Text1" descr="95595e32-7ee4-46ef-99c9-b3f51418e6cf">
                <a:extLst>
                  <a:ext uri="{FF2B5EF4-FFF2-40B4-BE49-F238E27FC236}">
                    <a16:creationId xmlns:a16="http://schemas.microsoft.com/office/drawing/2014/main" id="{603A65F2-8BC6-D38C-8B34-9BA34A34F63D}"/>
                  </a:ext>
                </a:extLst>
              </p:cNvPr>
              <p:cNvSpPr/>
              <p:nvPr/>
            </p:nvSpPr>
            <p:spPr>
              <a:xfrm>
                <a:off x="660402" y="1502197"/>
                <a:ext cx="2387600" cy="211369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08000" tIns="108000" rIns="108000" bIns="108000" rtlCol="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marL="228600" indent="-22860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zh-CN" altLang="en-US" sz="1200" b="0" i="0" u="none" dirty="0">
                    <a:solidFill>
                      <a:srgbClr val="000000"/>
                    </a:solidFill>
                    <a:ea typeface="微软雅黑"/>
                  </a:rPr>
                  <a:t>主界面</a:t>
                </a:r>
                <a:r>
                  <a:rPr lang="zh-CN" altLang="en-US" sz="1200" dirty="0">
                    <a:solidFill>
                      <a:srgbClr val="000000"/>
                    </a:solidFill>
                  </a:rPr>
                  <a:t>功能制作</a:t>
                </a:r>
                <a:endParaRPr lang="en-US" altLang="zh-CN" sz="1200" b="0" i="0" u="none" dirty="0">
                  <a:solidFill>
                    <a:srgbClr val="000000"/>
                  </a:solidFill>
                  <a:ea typeface="微软雅黑"/>
                </a:endParaRPr>
              </a:p>
              <a:p>
                <a:pPr marL="228600" indent="-228600" algn="l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zh-CN" altLang="en-US" sz="1200" dirty="0">
                    <a:solidFill>
                      <a:srgbClr val="000000"/>
                    </a:solidFill>
                    <a:ea typeface="微软雅黑"/>
                  </a:rPr>
                  <a:t>任务界面功能制作</a:t>
                </a:r>
                <a:endParaRPr lang="en-US" altLang="zh-CN" sz="1200" dirty="0">
                  <a:solidFill>
                    <a:srgbClr val="000000"/>
                  </a:solidFill>
                  <a:ea typeface="微软雅黑"/>
                </a:endParaRPr>
              </a:p>
              <a:p>
                <a:pPr marL="228600" indent="-228600" algn="l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zh-CN" altLang="en-US" sz="1200" dirty="0">
                    <a:solidFill>
                      <a:srgbClr val="000000"/>
                    </a:solidFill>
                    <a:ea typeface="微软雅黑"/>
                  </a:rPr>
                  <a:t>整合最终</a:t>
                </a:r>
                <a:r>
                  <a:rPr lang="en-US" altLang="zh-CN" sz="1200" dirty="0" err="1">
                    <a:solidFill>
                      <a:srgbClr val="000000"/>
                    </a:solidFill>
                    <a:ea typeface="微软雅黑"/>
                  </a:rPr>
                  <a:t>apk</a:t>
                </a:r>
                <a:endParaRPr lang="en-US" sz="1200" b="0" i="0" u="none" dirty="0">
                  <a:solidFill>
                    <a:srgbClr val="000000"/>
                  </a:solidFill>
                  <a:ea typeface="微软雅黑"/>
                </a:endParaRPr>
              </a:p>
            </p:txBody>
          </p:sp>
        </p:grpSp>
        <p:sp>
          <p:nvSpPr>
            <p:cNvPr id="15" name="Bullet2" descr="58ac19d0-c983-46f1-ad88-e86ff3bf5b01">
              <a:extLst>
                <a:ext uri="{FF2B5EF4-FFF2-40B4-BE49-F238E27FC236}">
                  <a16:creationId xmlns:a16="http://schemas.microsoft.com/office/drawing/2014/main" id="{50B9883A-62BA-82F8-B59F-DA8DD16955BD}"/>
                </a:ext>
              </a:extLst>
            </p:cNvPr>
            <p:cNvSpPr/>
            <p:nvPr/>
          </p:nvSpPr>
          <p:spPr>
            <a:xfrm>
              <a:off x="3420892" y="1395038"/>
              <a:ext cx="2387601" cy="49510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08000" tIns="108000" rIns="108000" bIns="108000" rtlCol="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l"/>
              <a:r>
                <a:rPr lang="zh-CN" altLang="en-US" b="1" dirty="0">
                  <a:solidFill>
                    <a:srgbClr val="F4945F"/>
                  </a:solidFill>
                  <a:ea typeface="微软雅黑"/>
                </a:rPr>
                <a:t>张煜轩</a:t>
              </a:r>
              <a:endParaRPr lang="en-US" sz="1800" b="1" i="0" u="none" dirty="0">
                <a:solidFill>
                  <a:srgbClr val="F4945F"/>
                </a:solidFill>
                <a:ea typeface="微软雅黑"/>
              </a:endParaRPr>
            </a:p>
          </p:txBody>
        </p:sp>
        <p:sp>
          <p:nvSpPr>
            <p:cNvPr id="29" name="Bullet3" descr="fa03bb09-d733-4f44-96ae-4ce589962cba">
              <a:extLst>
                <a:ext uri="{FF2B5EF4-FFF2-40B4-BE49-F238E27FC236}">
                  <a16:creationId xmlns:a16="http://schemas.microsoft.com/office/drawing/2014/main" id="{2885F7F6-888F-AFCD-849D-F967D4DB85AB}"/>
                </a:ext>
              </a:extLst>
            </p:cNvPr>
            <p:cNvSpPr/>
            <p:nvPr/>
          </p:nvSpPr>
          <p:spPr>
            <a:xfrm>
              <a:off x="6089649" y="1395038"/>
              <a:ext cx="2387601" cy="49510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08000" tIns="108000" rIns="108000" bIns="108000" rtlCol="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l"/>
              <a:r>
                <a:rPr lang="zh-CN" altLang="en-US" sz="1800" b="1" i="0" u="none" dirty="0">
                  <a:solidFill>
                    <a:srgbClr val="000000"/>
                  </a:solidFill>
                  <a:ea typeface="微软雅黑"/>
                </a:rPr>
                <a:t>李思宇</a:t>
              </a:r>
              <a:endParaRPr lang="en-US" sz="1800" b="1" i="0" u="none" dirty="0">
                <a:solidFill>
                  <a:srgbClr val="000000"/>
                </a:solidFill>
                <a:ea typeface="微软雅黑"/>
              </a:endParaRPr>
            </a:p>
          </p:txBody>
        </p:sp>
        <p:sp>
          <p:nvSpPr>
            <p:cNvPr id="66" name="Bullet4" descr="6f3e86d1-0c68-4711-b40c-297befc08472">
              <a:extLst>
                <a:ext uri="{FF2B5EF4-FFF2-40B4-BE49-F238E27FC236}">
                  <a16:creationId xmlns:a16="http://schemas.microsoft.com/office/drawing/2014/main" id="{39AC73E3-7389-B496-673B-65822E759834}"/>
                </a:ext>
              </a:extLst>
            </p:cNvPr>
            <p:cNvSpPr/>
            <p:nvPr/>
          </p:nvSpPr>
          <p:spPr>
            <a:xfrm>
              <a:off x="8986785" y="1395038"/>
              <a:ext cx="2387601" cy="49510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08000" tIns="108000" rIns="108000" bIns="108000" rtlCol="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r>
                <a:rPr lang="zh-CN" altLang="en-US" b="1" dirty="0">
                  <a:solidFill>
                    <a:srgbClr val="F4945F"/>
                  </a:solidFill>
                </a:rPr>
                <a:t>蔡胤至</a:t>
              </a:r>
              <a:endParaRPr lang="en-US" sz="1800" b="1" i="0" u="none" dirty="0">
                <a:solidFill>
                  <a:srgbClr val="F4945F"/>
                </a:solidFill>
                <a:ea typeface="微软雅黑"/>
              </a:endParaRPr>
            </a:p>
          </p:txBody>
        </p:sp>
      </p:grpSp>
      <p:sp>
        <p:nvSpPr>
          <p:cNvPr id="2" name="标题 1" descr="0726fe45-b043-4457-813b-c150326fe0f6">
            <a:extLst>
              <a:ext uri="{FF2B5EF4-FFF2-40B4-BE49-F238E27FC236}">
                <a16:creationId xmlns:a16="http://schemas.microsoft.com/office/drawing/2014/main" id="{96B3FD6B-2D02-3C23-2747-6FED411D70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altLang="en-US" dirty="0">
                <a:solidFill>
                  <a:srgbClr val="000000"/>
                </a:solidFill>
                <a:ea typeface="微软雅黑"/>
              </a:rPr>
              <a:t>成员贡献</a:t>
            </a:r>
            <a:endParaRPr lang="en-US" sz="2800" b="1" i="0" u="none" dirty="0">
              <a:solidFill>
                <a:srgbClr val="000000"/>
              </a:solidFill>
              <a:ea typeface="微软雅黑"/>
            </a:endParaRPr>
          </a:p>
        </p:txBody>
      </p:sp>
      <p:sp>
        <p:nvSpPr>
          <p:cNvPr id="3" name="Text1" descr="95595e32-7ee4-46ef-99c9-b3f51418e6cf">
            <a:extLst>
              <a:ext uri="{FF2B5EF4-FFF2-40B4-BE49-F238E27FC236}">
                <a16:creationId xmlns:a16="http://schemas.microsoft.com/office/drawing/2014/main" id="{603A65F2-8BC6-D38C-8B34-9BA34A34F63D}"/>
              </a:ext>
            </a:extLst>
          </p:cNvPr>
          <p:cNvSpPr/>
          <p:nvPr/>
        </p:nvSpPr>
        <p:spPr>
          <a:xfrm>
            <a:off x="3451306" y="1918721"/>
            <a:ext cx="2387600" cy="21136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8000" tIns="108000" rIns="108000" bIns="108000" rtlCol="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lnSpc>
                <a:spcPct val="120000"/>
              </a:lnSpc>
              <a:buFont typeface="+mj-lt"/>
              <a:buAutoNum type="arabicPeriod"/>
            </a:pPr>
            <a:r>
              <a:rPr lang="zh-CN" altLang="en-US" sz="1200" dirty="0">
                <a:solidFill>
                  <a:srgbClr val="000000"/>
                </a:solidFill>
                <a:ea typeface="微软雅黑"/>
              </a:rPr>
              <a:t>个人界面</a:t>
            </a:r>
            <a:r>
              <a:rPr lang="zh-CN" altLang="en-US" sz="1200" dirty="0">
                <a:solidFill>
                  <a:srgbClr val="000000"/>
                </a:solidFill>
              </a:rPr>
              <a:t>功能制作</a:t>
            </a:r>
            <a:endParaRPr lang="en-US" altLang="zh-CN" sz="1200" dirty="0">
              <a:solidFill>
                <a:srgbClr val="000000"/>
              </a:solidFill>
              <a:ea typeface="微软雅黑"/>
            </a:endParaRPr>
          </a:p>
          <a:p>
            <a:pPr marL="228600" indent="-228600" algn="l">
              <a:lnSpc>
                <a:spcPct val="120000"/>
              </a:lnSpc>
              <a:buFont typeface="+mj-lt"/>
              <a:buAutoNum type="arabicPeriod"/>
            </a:pPr>
            <a:r>
              <a:rPr lang="zh-CN" altLang="en-US" sz="1200" dirty="0">
                <a:solidFill>
                  <a:srgbClr val="000000"/>
                </a:solidFill>
                <a:ea typeface="微软雅黑"/>
              </a:rPr>
              <a:t>各项设置和帮助界面功能制作</a:t>
            </a:r>
            <a:endParaRPr lang="en-US" altLang="zh-CN" sz="1200" dirty="0">
              <a:solidFill>
                <a:srgbClr val="000000"/>
              </a:solidFill>
              <a:ea typeface="微软雅黑"/>
            </a:endParaRPr>
          </a:p>
          <a:p>
            <a:pPr marL="228600" indent="-228600" algn="l">
              <a:lnSpc>
                <a:spcPct val="120000"/>
              </a:lnSpc>
              <a:buFont typeface="+mj-lt"/>
              <a:buAutoNum type="arabicPeriod"/>
            </a:pPr>
            <a:r>
              <a:rPr lang="zh-CN" altLang="en-US" sz="1200" dirty="0">
                <a:solidFill>
                  <a:srgbClr val="000000"/>
                </a:solidFill>
                <a:ea typeface="微软雅黑"/>
              </a:rPr>
              <a:t>制作汇报</a:t>
            </a:r>
            <a:r>
              <a:rPr lang="en-US" altLang="zh-CN" sz="1200" dirty="0">
                <a:solidFill>
                  <a:srgbClr val="000000"/>
                </a:solidFill>
                <a:ea typeface="微软雅黑"/>
              </a:rPr>
              <a:t>ppt</a:t>
            </a:r>
            <a:endParaRPr lang="en-US" sz="1200" b="0" i="0" u="none" dirty="0">
              <a:solidFill>
                <a:srgbClr val="000000"/>
              </a:solidFill>
              <a:ea typeface="微软雅黑"/>
            </a:endParaRPr>
          </a:p>
        </p:txBody>
      </p:sp>
      <p:sp>
        <p:nvSpPr>
          <p:cNvPr id="6" name="Text1" descr="95595e32-7ee4-46ef-99c9-b3f51418e6cf">
            <a:extLst>
              <a:ext uri="{FF2B5EF4-FFF2-40B4-BE49-F238E27FC236}">
                <a16:creationId xmlns:a16="http://schemas.microsoft.com/office/drawing/2014/main" id="{AF855063-AC6F-15DB-E3BA-49AB504AEC46}"/>
              </a:ext>
            </a:extLst>
          </p:cNvPr>
          <p:cNvSpPr/>
          <p:nvPr/>
        </p:nvSpPr>
        <p:spPr>
          <a:xfrm>
            <a:off x="5848207" y="1842521"/>
            <a:ext cx="2387600" cy="21136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8000" tIns="108000" rIns="108000" bIns="108000" rtlCol="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lnSpc>
                <a:spcPct val="120000"/>
              </a:lnSpc>
              <a:buFont typeface="+mj-lt"/>
              <a:buAutoNum type="arabicPeriod"/>
            </a:pPr>
            <a:r>
              <a:rPr lang="zh-CN" altLang="en-US" sz="1200" dirty="0">
                <a:solidFill>
                  <a:srgbClr val="000000"/>
                </a:solidFill>
                <a:ea typeface="微软雅黑"/>
              </a:rPr>
              <a:t>登录界面</a:t>
            </a:r>
            <a:r>
              <a:rPr lang="zh-CN" altLang="en-US" sz="1200" dirty="0">
                <a:solidFill>
                  <a:srgbClr val="000000"/>
                </a:solidFill>
              </a:rPr>
              <a:t>功能制作</a:t>
            </a:r>
            <a:endParaRPr lang="en-US" altLang="zh-CN" sz="1200" dirty="0">
              <a:solidFill>
                <a:srgbClr val="000000"/>
              </a:solidFill>
              <a:ea typeface="微软雅黑"/>
            </a:endParaRPr>
          </a:p>
          <a:p>
            <a:pPr marL="228600" indent="-228600" algn="l">
              <a:lnSpc>
                <a:spcPct val="120000"/>
              </a:lnSpc>
              <a:buFont typeface="+mj-lt"/>
              <a:buAutoNum type="arabicPeriod"/>
            </a:pPr>
            <a:r>
              <a:rPr lang="zh-CN" altLang="en-US" sz="1200" dirty="0">
                <a:solidFill>
                  <a:srgbClr val="000000"/>
                </a:solidFill>
                <a:ea typeface="微软雅黑"/>
              </a:rPr>
              <a:t>测试软件运行</a:t>
            </a:r>
            <a:endParaRPr lang="en-US" altLang="zh-CN" sz="1200" dirty="0">
              <a:solidFill>
                <a:srgbClr val="000000"/>
              </a:solidFill>
              <a:ea typeface="微软雅黑"/>
            </a:endParaRPr>
          </a:p>
        </p:txBody>
      </p:sp>
      <p:sp>
        <p:nvSpPr>
          <p:cNvPr id="7" name="Text1" descr="95595e32-7ee4-46ef-99c9-b3f51418e6cf">
            <a:extLst>
              <a:ext uri="{FF2B5EF4-FFF2-40B4-BE49-F238E27FC236}">
                <a16:creationId xmlns:a16="http://schemas.microsoft.com/office/drawing/2014/main" id="{3193465C-EE92-EC14-C670-E94E450E298D}"/>
              </a:ext>
            </a:extLst>
          </p:cNvPr>
          <p:cNvSpPr/>
          <p:nvPr/>
        </p:nvSpPr>
        <p:spPr>
          <a:xfrm>
            <a:off x="8788820" y="1842520"/>
            <a:ext cx="2387600" cy="21136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8000" tIns="108000" rIns="108000" bIns="108000" rtlCol="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lnSpc>
                <a:spcPct val="120000"/>
              </a:lnSpc>
              <a:buFont typeface="+mj-lt"/>
              <a:buAutoNum type="arabicPeriod"/>
            </a:pPr>
            <a:r>
              <a:rPr lang="zh-CN" altLang="en-US" sz="1200" dirty="0">
                <a:solidFill>
                  <a:srgbClr val="000000"/>
                </a:solidFill>
                <a:ea typeface="微软雅黑"/>
              </a:rPr>
              <a:t>商城界面</a:t>
            </a:r>
            <a:r>
              <a:rPr lang="zh-CN" altLang="en-US" sz="1200" dirty="0">
                <a:solidFill>
                  <a:srgbClr val="000000"/>
                </a:solidFill>
              </a:rPr>
              <a:t>功能制作</a:t>
            </a:r>
            <a:endParaRPr lang="en-US" altLang="zh-CN" sz="1200" dirty="0">
              <a:solidFill>
                <a:srgbClr val="000000"/>
              </a:solidFill>
              <a:ea typeface="微软雅黑"/>
            </a:endParaRPr>
          </a:p>
          <a:p>
            <a:pPr marL="228600" indent="-228600">
              <a:lnSpc>
                <a:spcPct val="120000"/>
              </a:lnSpc>
              <a:buFont typeface="+mj-lt"/>
              <a:buAutoNum type="arabicPeriod"/>
            </a:pPr>
            <a:r>
              <a:rPr lang="zh-CN" altLang="en-US" sz="1200" dirty="0">
                <a:solidFill>
                  <a:srgbClr val="000000"/>
                </a:solidFill>
                <a:ea typeface="微软雅黑"/>
              </a:rPr>
              <a:t>日程规划界面</a:t>
            </a:r>
            <a:r>
              <a:rPr lang="zh-CN" altLang="en-US" sz="1200" dirty="0">
                <a:solidFill>
                  <a:srgbClr val="000000"/>
                </a:solidFill>
              </a:rPr>
              <a:t>功能制作</a:t>
            </a:r>
            <a:endParaRPr lang="en-US" altLang="zh-CN" sz="1200" dirty="0">
              <a:solidFill>
                <a:srgbClr val="000000"/>
              </a:solidFill>
              <a:ea typeface="微软雅黑"/>
            </a:endParaRPr>
          </a:p>
          <a:p>
            <a:pPr marL="228600" indent="-228600" algn="l">
              <a:lnSpc>
                <a:spcPct val="120000"/>
              </a:lnSpc>
              <a:buFont typeface="+mj-lt"/>
              <a:buAutoNum type="arabicPeriod"/>
            </a:pPr>
            <a:r>
              <a:rPr lang="zh-CN" altLang="en-US" sz="1200" dirty="0">
                <a:solidFill>
                  <a:srgbClr val="000000"/>
                </a:solidFill>
                <a:ea typeface="微软雅黑"/>
              </a:rPr>
              <a:t>录制展示</a:t>
            </a:r>
            <a:r>
              <a:rPr lang="en-US" altLang="zh-CN" sz="1200" dirty="0" err="1">
                <a:solidFill>
                  <a:srgbClr val="000000"/>
                </a:solidFill>
                <a:ea typeface="微软雅黑"/>
              </a:rPr>
              <a:t>Vedio</a:t>
            </a:r>
            <a:endParaRPr lang="en-US" altLang="zh-CN" sz="1200" dirty="0">
              <a:solidFill>
                <a:srgbClr val="000000"/>
              </a:solidFill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26281511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2001ca12-6230-4144-ab49-18148861d1a1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6000" b="1" i="0" u="none">
                <a:solidFill>
                  <a:srgbClr val="000000"/>
                </a:solidFill>
                <a:ea typeface="微软雅黑"/>
              </a:rPr>
              <a:t>谢谢观看</a:t>
            </a:r>
          </a:p>
        </p:txBody>
      </p:sp>
      <p:sp>
        <p:nvSpPr>
          <p:cNvPr id="4" name="文本占位符 3" descr="e25045c9-15ef-4e2c-b193-acf878d89108"/>
          <p:cNvSpPr>
            <a:spLocks noGrp="1"/>
          </p:cNvSpPr>
          <p:nvPr>
            <p:ph type="body" sz="quarter" idx="13" hasCustomPrompt="1"/>
          </p:nvPr>
        </p:nvSpPr>
        <p:spPr/>
        <p:txBody>
          <a:bodyPr anchorCtr="0"/>
          <a:lstStyle/>
          <a:p>
            <a:pPr algn="r">
              <a:lnSpc>
                <a:spcPct val="100000"/>
              </a:lnSpc>
              <a:spcBef>
                <a:spcPct val="0"/>
              </a:spcBef>
            </a:pPr>
            <a:r>
              <a:rPr lang="en-US" sz="1200" b="0" i="0" u="none">
                <a:solidFill>
                  <a:srgbClr val="FFFFFF"/>
                </a:solidFill>
                <a:ea typeface="微软雅黑"/>
              </a:rPr>
              <a:t>报告人名称</a:t>
            </a:r>
          </a:p>
        </p:txBody>
      </p:sp>
      <p:sp>
        <p:nvSpPr>
          <p:cNvPr id="5" name="文本占位符 4" descr="292f333a-abf1-4043-be01-496a98f579dd"/>
          <p:cNvSpPr>
            <a:spLocks noGrp="1"/>
          </p:cNvSpPr>
          <p:nvPr>
            <p:ph type="body" sz="quarter" idx="14" hasCustomPrompt="1"/>
          </p:nvPr>
        </p:nvSpPr>
        <p:spPr/>
        <p:txBody>
          <a:bodyPr anchorCtr="0"/>
          <a:lstStyle/>
          <a:p>
            <a:pPr algn="r">
              <a:lnSpc>
                <a:spcPct val="100000"/>
              </a:lnSpc>
              <a:spcBef>
                <a:spcPct val="0"/>
              </a:spcBef>
            </a:pPr>
            <a:r>
              <a:rPr lang="en-US">
                <a:latin typeface="微软雅黑"/>
              </a:rPr>
              <a:t>20xx.xx.xx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756900" y="6413500"/>
            <a:ext cx="1371600" cy="381000"/>
          </a:xfrm>
          <a:prstGeom prst="roundRect">
            <a:avLst/>
          </a:prstGeom>
          <a:solidFill>
            <a:srgbClr val="FFFFFF"/>
          </a:solidFill>
        </p:spPr>
        <p:txBody>
          <a:bodyPr wrap="none" rtlCol="0" anchor="ctr"/>
          <a:lstStyle/>
          <a:p>
            <a:pPr algn="ctr">
              <a:defRPr/>
            </a:pPr>
            <a:r>
              <a:rPr lang="en-US" sz="1200">
                <a:solidFill>
                  <a:srgbClr val="000000"/>
                </a:solidFill>
              </a:rPr>
              <a:t>内容由千问AI生成</a:t>
            </a:r>
            <a:endParaRPr lang="zh-CN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8.0.0"/>
  <p:tag name="AS_OS" val="Microsoft Windows NT 10.0.22631.0"/>
  <p:tag name="AS_RELEASE_DATE" val="2023.10.14"/>
  <p:tag name="AS_TITLE" val="Aspose.Slides for .NET6"/>
  <p:tag name="AS_VERSION" val="23.10"/>
  <p:tag name="ISLIDE.GUIDESSETTING" val="{&quot;Id&quot;:&quot;GuidesStyle_Normal&quot;,&quot;Name&quot;:&quot;GuidesStyle_Normal&quot;,&quot;Kind&quot;:0,&quot;OldGuidesSetting&quot;:{&quot;HeaderHeight&quot;:15.0,&quot;FooterHeight&quot;:9.0,&quot;SideMargin&quot;:5.5,&quot;TopMargin&quot;:0.0,&quot;BottomMargin&quot;:0.0,&quot;IntervalMargin&quot;:1.5}}"/>
  <p:tag name="ISLIDE.THEME" val="a694f312-eb79-4314-82a8-086a9cd752b8"/>
</p:tagLst>
</file>

<file path=ppt/theme/theme1.xml><?xml version="1.0" encoding="utf-8"?>
<a:theme xmlns:a="http://schemas.openxmlformats.org/drawingml/2006/main" name="Designed by iSlide">
  <a:themeElements>
    <a:clrScheme name="iSlide">
      <a:dk1>
        <a:srgbClr val="000000"/>
      </a:dk1>
      <a:lt1>
        <a:srgbClr val="FFFFFF"/>
      </a:lt1>
      <a:dk2>
        <a:srgbClr val="768394"/>
      </a:dk2>
      <a:lt2>
        <a:srgbClr val="F0F0F0"/>
      </a:lt2>
      <a:accent1>
        <a:srgbClr val="F4945F"/>
      </a:accent1>
      <a:accent2>
        <a:srgbClr val="4B70C1"/>
      </a:accent2>
      <a:accent3>
        <a:srgbClr val="373B46"/>
      </a:accent3>
      <a:accent4>
        <a:srgbClr val="E16162"/>
      </a:accent4>
      <a:accent5>
        <a:srgbClr val="D0D1D3"/>
      </a:accent5>
      <a:accent6>
        <a:srgbClr val="B73B5B"/>
      </a:accent6>
      <a:hlink>
        <a:srgbClr val="4276AA"/>
      </a:hlink>
      <a:folHlink>
        <a:srgbClr val="BFBFBF"/>
      </a:folHlink>
    </a:clrScheme>
    <a:fontScheme name="iSlide">
      <a:majorFont>
        <a:latin typeface="Arial"/>
        <a:ea typeface="微软雅黑"/>
        <a:cs typeface="Arial"/>
      </a:majorFont>
      <a:minorFont>
        <a:latin typeface="Arial"/>
        <a:ea typeface="微软雅黑"/>
        <a:cs typeface="Arial"/>
      </a:minorFont>
    </a:fontScheme>
    <a:fmtScheme name="iSlid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Slid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Calibri Light" panose="020F0302020204030204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Calibri" panose="020F0502020204030204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iSlide#a694f312-eb79-4314-82a8-086a9cd752b8</Template>
  <TotalTime>24</TotalTime>
  <Words>412</Words>
  <Application>Microsoft Office PowerPoint</Application>
  <PresentationFormat>宽屏</PresentationFormat>
  <Paragraphs>167</Paragraphs>
  <Slides>22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26" baseType="lpstr">
      <vt:lpstr>微软雅黑</vt:lpstr>
      <vt:lpstr>Arial</vt:lpstr>
      <vt:lpstr>Calibri</vt:lpstr>
      <vt:lpstr>Designed by iSlide</vt:lpstr>
      <vt:lpstr>Life Quest项目展示</vt:lpstr>
      <vt:lpstr>目录</vt:lpstr>
      <vt:lpstr>项目概述</vt:lpstr>
      <vt:lpstr>封面</vt:lpstr>
      <vt:lpstr>阶段三目标</vt:lpstr>
      <vt:lpstr>应用架构与功能</vt:lpstr>
      <vt:lpstr>整体应用结构</vt:lpstr>
      <vt:lpstr>主要功能实现</vt:lpstr>
      <vt:lpstr>用户系统</vt:lpstr>
      <vt:lpstr>设置</vt:lpstr>
      <vt:lpstr>任务页面</vt:lpstr>
      <vt:lpstr>系统商城</vt:lpstr>
      <vt:lpstr>开发难度与测试</vt:lpstr>
      <vt:lpstr>开发难度与工作量</vt:lpstr>
      <vt:lpstr>测试方法与范围</vt:lpstr>
      <vt:lpstr>用户测试与改进</vt:lpstr>
      <vt:lpstr>用户测试情况</vt:lpstr>
      <vt:lpstr>云平台测试展示</vt:lpstr>
      <vt:lpstr>测试中发现的问题</vt:lpstr>
      <vt:lpstr>反馈总结与改进</vt:lpstr>
      <vt:lpstr>成员贡献</vt:lpstr>
      <vt:lpstr>谢谢观看</vt:lpstr>
    </vt:vector>
  </TitlesOfParts>
  <Manager>iSlide</Manager>
  <Company>iSlide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iSlide</dc:creator>
  <cp:lastModifiedBy>煜轩 张</cp:lastModifiedBy>
  <cp:revision>7</cp:revision>
  <cp:lastPrinted>2023-06-15T16:00:00Z</cp:lastPrinted>
  <dcterms:created xsi:type="dcterms:W3CDTF">2023-06-15T16:00:00Z</dcterms:created>
  <dcterms:modified xsi:type="dcterms:W3CDTF">2025-12-20T08:01:14Z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HEME">
    <vt:lpwstr>a694f312-eb79-4314-82a8-086a9cd752b8</vt:lpwstr>
  </property>
</Properties>
</file>